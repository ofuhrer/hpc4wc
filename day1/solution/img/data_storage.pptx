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3" r:id="rId2"/>
  </p:sldIdLst>
  <p:sldSz cx="155448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52"/>
    <p:restoredTop sz="96327"/>
  </p:normalViewPr>
  <p:slideViewPr>
    <p:cSldViewPr snapToGrid="0" snapToObjects="1">
      <p:cViewPr>
        <p:scale>
          <a:sx n="180" d="100"/>
          <a:sy n="180" d="100"/>
        </p:scale>
        <p:origin x="-2952" y="-1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12001" y="2176484"/>
            <a:ext cx="8989199" cy="2505035"/>
          </a:xfrm>
        </p:spPr>
        <p:txBody>
          <a:bodyPr>
            <a:normAutofit/>
          </a:bodyPr>
          <a:lstStyle>
            <a:lvl1pPr>
              <a:defRPr sz="5333"/>
            </a:lvl1pPr>
          </a:lstStyle>
          <a:p>
            <a:r>
              <a:rPr lang="en-US" noProof="0" dirty="0"/>
              <a:t>Title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 hasCustomPrompt="1"/>
          </p:nvPr>
        </p:nvSpPr>
        <p:spPr>
          <a:xfrm>
            <a:off x="612001" y="4764102"/>
            <a:ext cx="8989199" cy="1506071"/>
          </a:xfrm>
        </p:spPr>
        <p:txBody>
          <a:bodyPr/>
          <a:lstStyle>
            <a:lvl1pPr marL="0" indent="0">
              <a:buNone/>
              <a:defRPr sz="2400" i="0"/>
            </a:lvl1pPr>
            <a:lvl2pPr marL="478355" indent="0">
              <a:buNone/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271075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Title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HPC4WC Caches &amp; Data Locality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7AD4A-C94A-7B42-9E17-606C7F366C4B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585408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Title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 hasCustomPrompt="1"/>
          </p:nvPr>
        </p:nvSpPr>
        <p:spPr>
          <a:xfrm>
            <a:off x="612003" y="1296000"/>
            <a:ext cx="6977520" cy="4830736"/>
          </a:xfrm>
        </p:spPr>
        <p:txBody>
          <a:bodyPr/>
          <a:lstStyle/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HPC4WC Caches &amp; Data Locality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7AD4A-C94A-7B42-9E17-606C7F366C4B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7" name="Tijdelijke aanduiding voor inhoud 2">
            <a:extLst>
              <a:ext uri="{FF2B5EF4-FFF2-40B4-BE49-F238E27FC236}">
                <a16:creationId xmlns:a16="http://schemas.microsoft.com/office/drawing/2014/main" id="{4B40F233-D95E-4F41-B5FC-BFF224C53DAA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7809636" y="1296000"/>
            <a:ext cx="6977520" cy="4830736"/>
          </a:xfrm>
        </p:spPr>
        <p:txBody>
          <a:bodyPr/>
          <a:lstStyle/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50982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/phot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12003" y="414262"/>
            <a:ext cx="6688863" cy="1565897"/>
          </a:xfrm>
        </p:spPr>
        <p:txBody>
          <a:bodyPr/>
          <a:lstStyle/>
          <a:p>
            <a:r>
              <a:rPr lang="en-US" noProof="0"/>
              <a:t>Title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 hasCustomPrompt="1"/>
          </p:nvPr>
        </p:nvSpPr>
        <p:spPr>
          <a:xfrm>
            <a:off x="612003" y="1980156"/>
            <a:ext cx="6688860" cy="4463584"/>
          </a:xfrm>
        </p:spPr>
        <p:txBody>
          <a:bodyPr/>
          <a:lstStyle>
            <a:lvl3pPr marL="954592" indent="0">
              <a:buNone/>
              <a:defRPr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>
          <a:xfrm>
            <a:off x="7811573" y="6318629"/>
            <a:ext cx="936248" cy="365125"/>
          </a:xfrm>
          <a:prstGeom prst="rect">
            <a:avLst/>
          </a:prstGeom>
        </p:spPr>
        <p:txBody>
          <a:bodyPr/>
          <a:lstStyle/>
          <a:p>
            <a:endParaRPr lang="en-US" noProof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>
          <a:xfrm>
            <a:off x="8066930" y="6318629"/>
            <a:ext cx="5864917" cy="365125"/>
          </a:xfrm>
        </p:spPr>
        <p:txBody>
          <a:bodyPr/>
          <a:lstStyle/>
          <a:p>
            <a:r>
              <a:rPr lang="en-US" noProof="0"/>
              <a:t>HPC4WC Caches &amp; Data Locality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>
          <a:xfrm>
            <a:off x="13931851" y="6318401"/>
            <a:ext cx="968960" cy="365125"/>
          </a:xfrm>
        </p:spPr>
        <p:txBody>
          <a:bodyPr/>
          <a:lstStyle/>
          <a:p>
            <a:fld id="{09B7AD4A-C94A-7B42-9E17-606C7F366C4B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8" name="Tijdelijke aanduiding voor afbeelding 7"/>
          <p:cNvSpPr>
            <a:spLocks noGrp="1"/>
          </p:cNvSpPr>
          <p:nvPr>
            <p:ph type="pic" sz="quarter" idx="13"/>
          </p:nvPr>
        </p:nvSpPr>
        <p:spPr>
          <a:xfrm>
            <a:off x="7811576" y="0"/>
            <a:ext cx="7733227" cy="6858000"/>
          </a:xfrm>
          <a:solidFill>
            <a:schemeClr val="bg1"/>
          </a:solidFill>
        </p:spPr>
        <p:txBody>
          <a:bodyPr/>
          <a:lstStyle/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327435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5544800" cy="6858000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HPC4WC Caches &amp; Data Locality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7AD4A-C94A-7B42-9E17-606C7F366C4B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469291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dark blue">
    <p:bg>
      <p:bgPr>
        <a:solidFill>
          <a:schemeClr val="accent3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/>
          <p:cNvSpPr>
            <a:spLocks noGrp="1"/>
          </p:cNvSpPr>
          <p:nvPr>
            <p:ph type="ctrTitle" hasCustomPrompt="1"/>
          </p:nvPr>
        </p:nvSpPr>
        <p:spPr>
          <a:xfrm>
            <a:off x="959800" y="491779"/>
            <a:ext cx="11217181" cy="979212"/>
          </a:xfrm>
        </p:spPr>
        <p:txBody>
          <a:bodyPr>
            <a:noAutofit/>
          </a:bodyPr>
          <a:lstStyle>
            <a:lvl1pPr>
              <a:defRPr sz="5867">
                <a:solidFill>
                  <a:srgbClr val="FFFFFF"/>
                </a:solidFill>
              </a:defRPr>
            </a:lvl1pPr>
          </a:lstStyle>
          <a:p>
            <a:r>
              <a:rPr lang="en-US" noProof="0" dirty="0"/>
              <a:t>Summary</a:t>
            </a:r>
          </a:p>
        </p:txBody>
      </p:sp>
      <p:sp>
        <p:nvSpPr>
          <p:cNvPr id="7" name="Subtitel 2"/>
          <p:cNvSpPr>
            <a:spLocks noGrp="1"/>
          </p:cNvSpPr>
          <p:nvPr>
            <p:ph type="subTitle" idx="1" hasCustomPrompt="1"/>
          </p:nvPr>
        </p:nvSpPr>
        <p:spPr>
          <a:xfrm>
            <a:off x="959799" y="1829919"/>
            <a:ext cx="13778536" cy="4378781"/>
          </a:xfrm>
        </p:spPr>
        <p:txBody>
          <a:bodyPr/>
          <a:lstStyle>
            <a:lvl1pPr marL="457189" indent="-457189" algn="l">
              <a:buFont typeface="Arial" panose="020B0604020202020204" pitchFamily="34" charset="0"/>
              <a:buChar char="•"/>
              <a:defRPr sz="3200">
                <a:solidFill>
                  <a:srgbClr val="FFFFFF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dirty="0"/>
              <a:t>First level</a:t>
            </a:r>
          </a:p>
        </p:txBody>
      </p:sp>
      <p:sp>
        <p:nvSpPr>
          <p:cNvPr id="13" name="Tijdelijke aanduiding voor voettekst 4">
            <a:extLst>
              <a:ext uri="{FF2B5EF4-FFF2-40B4-BE49-F238E27FC236}">
                <a16:creationId xmlns:a16="http://schemas.microsoft.com/office/drawing/2014/main" id="{9A43DFA4-6380-4D46-9C5F-AFF3B87B07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993782" y="6513291"/>
            <a:ext cx="6762019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333">
                <a:solidFill>
                  <a:schemeClr val="bg1"/>
                </a:solidFill>
                <a:latin typeface="+mn-lt"/>
                <a:cs typeface="Verdana"/>
              </a:defRPr>
            </a:lvl1pPr>
          </a:lstStyle>
          <a:p>
            <a:r>
              <a:rPr lang="en-US" noProof="0"/>
              <a:t>HPC4WC Caches &amp; Data Locality</a:t>
            </a:r>
          </a:p>
        </p:txBody>
      </p:sp>
      <p:sp>
        <p:nvSpPr>
          <p:cNvPr id="14" name="Tijdelijke aanduiding voor dianummer 5">
            <a:extLst>
              <a:ext uri="{FF2B5EF4-FFF2-40B4-BE49-F238E27FC236}">
                <a16:creationId xmlns:a16="http://schemas.microsoft.com/office/drawing/2014/main" id="{4C6EE659-A500-0F46-9DBA-E82A0C3015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852467" y="6513063"/>
            <a:ext cx="437606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333">
                <a:solidFill>
                  <a:schemeClr val="bg1"/>
                </a:solidFill>
                <a:latin typeface="+mn-lt"/>
                <a:cs typeface="Verdana"/>
              </a:defRPr>
            </a:lvl1pPr>
          </a:lstStyle>
          <a:p>
            <a:fld id="{09B7AD4A-C94A-7B42-9E17-606C7F366C4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325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oran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>
            <a:extLst>
              <a:ext uri="{FF2B5EF4-FFF2-40B4-BE49-F238E27FC236}">
                <a16:creationId xmlns:a16="http://schemas.microsoft.com/office/drawing/2014/main" id="{E0861EC8-B22C-AB41-B06A-C305816A6D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59800" y="491779"/>
            <a:ext cx="11217181" cy="979212"/>
          </a:xfrm>
        </p:spPr>
        <p:txBody>
          <a:bodyPr>
            <a:noAutofit/>
          </a:bodyPr>
          <a:lstStyle>
            <a:lvl1pPr>
              <a:defRPr sz="5867">
                <a:solidFill>
                  <a:srgbClr val="FFFFFF"/>
                </a:solidFill>
              </a:defRPr>
            </a:lvl1pPr>
          </a:lstStyle>
          <a:p>
            <a:r>
              <a:rPr lang="en-US" noProof="0" dirty="0"/>
              <a:t>Learning goals</a:t>
            </a:r>
          </a:p>
        </p:txBody>
      </p:sp>
      <p:sp>
        <p:nvSpPr>
          <p:cNvPr id="10" name="Subtitel 2">
            <a:extLst>
              <a:ext uri="{FF2B5EF4-FFF2-40B4-BE49-F238E27FC236}">
                <a16:creationId xmlns:a16="http://schemas.microsoft.com/office/drawing/2014/main" id="{7B484CF1-8F29-634B-9FEB-5C57DD1D89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59799" y="1829919"/>
            <a:ext cx="13778536" cy="4378781"/>
          </a:xfrm>
        </p:spPr>
        <p:txBody>
          <a:bodyPr/>
          <a:lstStyle>
            <a:lvl1pPr marL="457189" indent="-457189" algn="l">
              <a:buFont typeface="Arial" panose="020B0604020202020204" pitchFamily="34" charset="0"/>
              <a:buChar char="•"/>
              <a:defRPr sz="3200">
                <a:solidFill>
                  <a:srgbClr val="FFFFFF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dirty="0"/>
              <a:t>First level</a:t>
            </a:r>
          </a:p>
        </p:txBody>
      </p:sp>
      <p:sp>
        <p:nvSpPr>
          <p:cNvPr id="15" name="Tijdelijke aanduiding voor voettekst 4">
            <a:extLst>
              <a:ext uri="{FF2B5EF4-FFF2-40B4-BE49-F238E27FC236}">
                <a16:creationId xmlns:a16="http://schemas.microsoft.com/office/drawing/2014/main" id="{5F776C83-72B2-7A42-864E-8A9EF4EBCF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993782" y="6513291"/>
            <a:ext cx="6762019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333">
                <a:solidFill>
                  <a:schemeClr val="bg1"/>
                </a:solidFill>
                <a:latin typeface="+mn-lt"/>
                <a:cs typeface="Verdana"/>
              </a:defRPr>
            </a:lvl1pPr>
          </a:lstStyle>
          <a:p>
            <a:r>
              <a:rPr lang="en-US" noProof="0"/>
              <a:t>HPC4WC Caches &amp; Data Locality</a:t>
            </a:r>
          </a:p>
        </p:txBody>
      </p:sp>
      <p:sp>
        <p:nvSpPr>
          <p:cNvPr id="16" name="Tijdelijke aanduiding voor dianummer 5">
            <a:extLst>
              <a:ext uri="{FF2B5EF4-FFF2-40B4-BE49-F238E27FC236}">
                <a16:creationId xmlns:a16="http://schemas.microsoft.com/office/drawing/2014/main" id="{1166B6D9-E28A-9B43-979C-EBB7945335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852467" y="6513063"/>
            <a:ext cx="437606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333">
                <a:solidFill>
                  <a:schemeClr val="bg1"/>
                </a:solidFill>
                <a:latin typeface="+mn-lt"/>
                <a:cs typeface="Verdana"/>
              </a:defRPr>
            </a:lvl1pPr>
          </a:lstStyle>
          <a:p>
            <a:fld id="{09B7AD4A-C94A-7B42-9E17-606C7F366C4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075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612002" y="414260"/>
            <a:ext cx="14155559" cy="756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 noProof="0" dirty="0"/>
              <a:t>Title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12002" y="1296001"/>
            <a:ext cx="14155559" cy="484098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7993782" y="6513291"/>
            <a:ext cx="6762019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333">
                <a:solidFill>
                  <a:schemeClr val="tx1"/>
                </a:solidFill>
                <a:latin typeface="+mn-lt"/>
                <a:cs typeface="Verdana"/>
              </a:defRPr>
            </a:lvl1pPr>
          </a:lstStyle>
          <a:p>
            <a:r>
              <a:rPr lang="en-US" noProof="0"/>
              <a:t>HPC4WC Caches &amp; Data Locality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14852467" y="6513063"/>
            <a:ext cx="437606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333">
                <a:solidFill>
                  <a:schemeClr val="tx1"/>
                </a:solidFill>
                <a:latin typeface="+mn-lt"/>
                <a:cs typeface="Verdana"/>
              </a:defRPr>
            </a:lvl1pPr>
          </a:lstStyle>
          <a:p>
            <a:fld id="{09B7AD4A-C94A-7B42-9E17-606C7F366C4B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557352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hf hdr="0" dt="0"/>
  <p:txStyles>
    <p:titleStyle>
      <a:lvl1pPr algn="l" defTabSz="609585" rtl="0" eaLnBrk="1" latinLnBrk="0" hangingPunct="1">
        <a:spcBef>
          <a:spcPct val="0"/>
        </a:spcBef>
        <a:buNone/>
        <a:defRPr sz="4267" b="1" kern="1200">
          <a:solidFill>
            <a:schemeClr val="accent3">
              <a:lumMod val="75000"/>
              <a:lumOff val="25000"/>
            </a:schemeClr>
          </a:solidFill>
          <a:latin typeface="+mj-lt"/>
          <a:ea typeface="+mj-ea"/>
          <a:cs typeface="Verdana"/>
        </a:defRPr>
      </a:lvl1pPr>
    </p:titleStyle>
    <p:bodyStyle>
      <a:lvl1pPr marL="457189" indent="-457189" algn="l" defTabSz="609585" rtl="0" eaLnBrk="1" latinLnBrk="0" hangingPunct="1">
        <a:spcBef>
          <a:spcPts val="0"/>
        </a:spcBef>
        <a:buFont typeface="Arial"/>
        <a:buChar char="•"/>
        <a:defRPr sz="3733" kern="1200">
          <a:solidFill>
            <a:schemeClr val="tx1"/>
          </a:solidFill>
          <a:latin typeface="+mj-lt"/>
          <a:ea typeface="+mn-ea"/>
          <a:cs typeface="Verdana"/>
        </a:defRPr>
      </a:lvl1pPr>
      <a:lvl2pPr marL="956709" indent="-478355" algn="l" defTabSz="609585" rtl="0" eaLnBrk="1" latinLnBrk="0" hangingPunct="1">
        <a:spcBef>
          <a:spcPts val="0"/>
        </a:spcBef>
        <a:buFont typeface="Lucida Grande"/>
        <a:buChar char="-"/>
        <a:defRPr sz="3200" kern="1200">
          <a:solidFill>
            <a:schemeClr val="tx1"/>
          </a:solidFill>
          <a:latin typeface="+mj-lt"/>
          <a:ea typeface="+mn-ea"/>
          <a:cs typeface="Verdana"/>
        </a:defRPr>
      </a:lvl2pPr>
      <a:lvl3pPr marL="1430831" indent="-476239" algn="l" defTabSz="609585" rtl="0" eaLnBrk="1" latinLnBrk="0" hangingPunct="1">
        <a:spcBef>
          <a:spcPts val="0"/>
        </a:spcBef>
        <a:buFont typeface="Lucida Grande"/>
        <a:buChar char="-"/>
        <a:defRPr sz="2667" kern="1200">
          <a:solidFill>
            <a:schemeClr val="tx1"/>
          </a:solidFill>
          <a:latin typeface="+mj-lt"/>
          <a:ea typeface="+mn-ea"/>
          <a:cs typeface="Verdana"/>
        </a:defRPr>
      </a:lvl3pPr>
      <a:lvl4pPr marL="1907070" indent="-474121" algn="l" defTabSz="609585" rtl="0" eaLnBrk="1" latinLnBrk="0" hangingPunct="1">
        <a:spcBef>
          <a:spcPts val="0"/>
        </a:spcBef>
        <a:buFont typeface="Lucida Grande"/>
        <a:buChar char="-"/>
        <a:defRPr sz="2400" kern="1200">
          <a:solidFill>
            <a:schemeClr val="tx1"/>
          </a:solidFill>
          <a:latin typeface="+mj-lt"/>
          <a:ea typeface="+mn-ea"/>
          <a:cs typeface="Verdana"/>
        </a:defRPr>
      </a:lvl4pPr>
      <a:lvl5pPr marL="2391774" indent="-480472" algn="l" defTabSz="609585" rtl="0" eaLnBrk="1" latinLnBrk="0" hangingPunct="1">
        <a:spcBef>
          <a:spcPts val="0"/>
        </a:spcBef>
        <a:buFont typeface="Lucida Grande"/>
        <a:buChar char="-"/>
        <a:defRPr sz="2400" kern="1200">
          <a:solidFill>
            <a:schemeClr val="tx1"/>
          </a:solidFill>
          <a:latin typeface="+mj-lt"/>
          <a:ea typeface="+mn-ea"/>
          <a:cs typeface="Verdana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7EEDF-AA65-8D4F-AAAF-E09AEBD70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6403" y="1296001"/>
            <a:ext cx="4879525" cy="4840981"/>
          </a:xfrm>
        </p:spPr>
        <p:txBody>
          <a:bodyPr/>
          <a:lstStyle/>
          <a:p>
            <a:pPr marL="0" indent="0">
              <a:buNone/>
            </a:pPr>
            <a:r>
              <a:rPr lang="en-US" sz="1867">
                <a:latin typeface="Monaco" pitchFamily="2" charset="77"/>
                <a:cs typeface="Courier New" panose="02070309020205020404" pitchFamily="49" charset="0"/>
              </a:rPr>
              <a:t>real (kind=4) :: field(nx)</a:t>
            </a:r>
          </a:p>
          <a:p>
            <a:pPr marL="0" indent="0">
              <a:buNone/>
            </a:pPr>
            <a:endParaRPr lang="en-US" sz="1867">
              <a:latin typeface="Monaco" pitchFamily="2" charset="77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sz="1867">
                <a:solidFill>
                  <a:srgbClr val="001C3D"/>
                </a:solidFill>
                <a:latin typeface="Monaco" pitchFamily="2" charset="77"/>
                <a:cs typeface="Courier New" panose="02070309020205020404" pitchFamily="49" charset="0"/>
              </a:rPr>
              <a:t>real (kind=4) :: field(nx, ny)</a:t>
            </a:r>
          </a:p>
          <a:p>
            <a:pPr marL="0" indent="0">
              <a:buNone/>
            </a:pPr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63188D5-080D-0D4F-BF9A-5699268AAE14}"/>
              </a:ext>
            </a:extLst>
          </p:cNvPr>
          <p:cNvGrpSpPr/>
          <p:nvPr/>
        </p:nvGrpSpPr>
        <p:grpSpPr>
          <a:xfrm>
            <a:off x="661018" y="1973263"/>
            <a:ext cx="14616229" cy="719328"/>
            <a:chOff x="-761536" y="1479947"/>
            <a:chExt cx="10962172" cy="53949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60E69EF-629D-B141-A46B-6276B0CA1C91}"/>
                </a:ext>
              </a:extLst>
            </p:cNvPr>
            <p:cNvSpPr/>
            <p:nvPr/>
          </p:nvSpPr>
          <p:spPr>
            <a:xfrm>
              <a:off x="-85004" y="1479947"/>
              <a:ext cx="164592" cy="539496"/>
            </a:xfrm>
            <a:prstGeom prst="rect">
              <a:avLst/>
            </a:prstGeom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8EE9C19-B52A-3F48-ACBB-9E0EDFB56232}"/>
                </a:ext>
              </a:extLst>
            </p:cNvPr>
            <p:cNvSpPr/>
            <p:nvPr/>
          </p:nvSpPr>
          <p:spPr>
            <a:xfrm>
              <a:off x="83888" y="1479947"/>
              <a:ext cx="164592" cy="539496"/>
            </a:xfrm>
            <a:prstGeom prst="rect">
              <a:avLst/>
            </a:prstGeom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319C414-AE22-BA47-8BB5-825E36A003CE}"/>
                </a:ext>
              </a:extLst>
            </p:cNvPr>
            <p:cNvSpPr/>
            <p:nvPr/>
          </p:nvSpPr>
          <p:spPr>
            <a:xfrm>
              <a:off x="252780" y="1479947"/>
              <a:ext cx="164592" cy="539496"/>
            </a:xfrm>
            <a:prstGeom prst="rect">
              <a:avLst/>
            </a:prstGeom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4333E9D-4CEB-6443-8851-B086E0252C98}"/>
                </a:ext>
              </a:extLst>
            </p:cNvPr>
            <p:cNvSpPr/>
            <p:nvPr/>
          </p:nvSpPr>
          <p:spPr>
            <a:xfrm>
              <a:off x="421672" y="1479947"/>
              <a:ext cx="164592" cy="539496"/>
            </a:xfrm>
            <a:prstGeom prst="rect">
              <a:avLst/>
            </a:prstGeom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0970636-CEC4-C744-9742-FC17B1926709}"/>
                </a:ext>
              </a:extLst>
            </p:cNvPr>
            <p:cNvSpPr/>
            <p:nvPr/>
          </p:nvSpPr>
          <p:spPr>
            <a:xfrm>
              <a:off x="590564" y="1479947"/>
              <a:ext cx="164592" cy="53949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E2B3F79-85A7-174E-8921-5B12702A02DF}"/>
                </a:ext>
              </a:extLst>
            </p:cNvPr>
            <p:cNvSpPr/>
            <p:nvPr/>
          </p:nvSpPr>
          <p:spPr>
            <a:xfrm>
              <a:off x="759456" y="1479947"/>
              <a:ext cx="164592" cy="53949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CFE11BA-97AB-C04A-AC28-B1F8CA84D044}"/>
                </a:ext>
              </a:extLst>
            </p:cNvPr>
            <p:cNvSpPr/>
            <p:nvPr/>
          </p:nvSpPr>
          <p:spPr>
            <a:xfrm>
              <a:off x="928348" y="1479947"/>
              <a:ext cx="164592" cy="53949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F15ABDF-209E-B241-B4F9-3909C8EBBE30}"/>
                </a:ext>
              </a:extLst>
            </p:cNvPr>
            <p:cNvSpPr/>
            <p:nvPr/>
          </p:nvSpPr>
          <p:spPr>
            <a:xfrm>
              <a:off x="1097240" y="1479947"/>
              <a:ext cx="164592" cy="53949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592AF389-CD8B-2F44-A994-DFA0E03B8D30}"/>
                </a:ext>
              </a:extLst>
            </p:cNvPr>
            <p:cNvSpPr/>
            <p:nvPr/>
          </p:nvSpPr>
          <p:spPr>
            <a:xfrm>
              <a:off x="1266132" y="1479947"/>
              <a:ext cx="164592" cy="53949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A0DFEF4-ABBE-CD43-8BB4-4E6CAA4A5163}"/>
                </a:ext>
              </a:extLst>
            </p:cNvPr>
            <p:cNvSpPr/>
            <p:nvPr/>
          </p:nvSpPr>
          <p:spPr>
            <a:xfrm>
              <a:off x="1435024" y="1479947"/>
              <a:ext cx="164592" cy="53949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B638A524-BAD8-BA41-B98E-F2D54D655538}"/>
                </a:ext>
              </a:extLst>
            </p:cNvPr>
            <p:cNvSpPr/>
            <p:nvPr/>
          </p:nvSpPr>
          <p:spPr>
            <a:xfrm>
              <a:off x="1603916" y="1479947"/>
              <a:ext cx="164592" cy="53949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36A1D92-D824-6644-9E64-F27E1DE943D3}"/>
                </a:ext>
              </a:extLst>
            </p:cNvPr>
            <p:cNvSpPr/>
            <p:nvPr/>
          </p:nvSpPr>
          <p:spPr>
            <a:xfrm>
              <a:off x="1772808" y="1479947"/>
              <a:ext cx="164592" cy="53949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8AB29B7F-22B8-5241-A4BD-F6A8255A234A}"/>
                </a:ext>
              </a:extLst>
            </p:cNvPr>
            <p:cNvSpPr/>
            <p:nvPr/>
          </p:nvSpPr>
          <p:spPr>
            <a:xfrm>
              <a:off x="1941700" y="1479947"/>
              <a:ext cx="164592" cy="53949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6BE5D01C-943E-C14B-801D-2F1759BE81C2}"/>
                </a:ext>
              </a:extLst>
            </p:cNvPr>
            <p:cNvSpPr/>
            <p:nvPr/>
          </p:nvSpPr>
          <p:spPr>
            <a:xfrm>
              <a:off x="2110592" y="1479947"/>
              <a:ext cx="164592" cy="53949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EFA723DF-4525-C545-9455-15FBB3B9F940}"/>
                </a:ext>
              </a:extLst>
            </p:cNvPr>
            <p:cNvSpPr/>
            <p:nvPr/>
          </p:nvSpPr>
          <p:spPr>
            <a:xfrm>
              <a:off x="2279484" y="1479947"/>
              <a:ext cx="164592" cy="53949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5F78F0E2-8EF2-434E-9AF4-F05A81BE69DA}"/>
                </a:ext>
              </a:extLst>
            </p:cNvPr>
            <p:cNvSpPr/>
            <p:nvPr/>
          </p:nvSpPr>
          <p:spPr>
            <a:xfrm>
              <a:off x="2448376" y="1479947"/>
              <a:ext cx="164592" cy="53949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521F92D0-9102-6644-8E44-9C9A7D78A4D3}"/>
                </a:ext>
              </a:extLst>
            </p:cNvPr>
            <p:cNvSpPr/>
            <p:nvPr/>
          </p:nvSpPr>
          <p:spPr>
            <a:xfrm>
              <a:off x="2617268" y="1479947"/>
              <a:ext cx="164592" cy="53949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2BFF71B-1C0E-114F-AE4E-02ED9B83EE00}"/>
                </a:ext>
              </a:extLst>
            </p:cNvPr>
            <p:cNvSpPr/>
            <p:nvPr/>
          </p:nvSpPr>
          <p:spPr>
            <a:xfrm>
              <a:off x="2786160" y="1479947"/>
              <a:ext cx="164592" cy="53949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41FF08D-FE2D-694F-81E4-D4A0B6FBB303}"/>
                </a:ext>
              </a:extLst>
            </p:cNvPr>
            <p:cNvSpPr/>
            <p:nvPr/>
          </p:nvSpPr>
          <p:spPr>
            <a:xfrm>
              <a:off x="2955052" y="1479947"/>
              <a:ext cx="164592" cy="53949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D001043B-803C-1C48-A3DB-3BE7C8ED76AF}"/>
                </a:ext>
              </a:extLst>
            </p:cNvPr>
            <p:cNvSpPr/>
            <p:nvPr/>
          </p:nvSpPr>
          <p:spPr>
            <a:xfrm>
              <a:off x="3123944" y="1479947"/>
              <a:ext cx="164592" cy="53949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E1DF403-9F8E-D645-9A37-4D141C7992E6}"/>
                </a:ext>
              </a:extLst>
            </p:cNvPr>
            <p:cNvSpPr/>
            <p:nvPr/>
          </p:nvSpPr>
          <p:spPr>
            <a:xfrm>
              <a:off x="3292836" y="1479947"/>
              <a:ext cx="164592" cy="53949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37B8EC4E-9C67-4E4C-B002-437411E6EA32}"/>
                </a:ext>
              </a:extLst>
            </p:cNvPr>
            <p:cNvSpPr/>
            <p:nvPr/>
          </p:nvSpPr>
          <p:spPr>
            <a:xfrm>
              <a:off x="3461728" y="1479947"/>
              <a:ext cx="164592" cy="53949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E6841E15-3414-CF43-A37F-07C4305BDB53}"/>
                </a:ext>
              </a:extLst>
            </p:cNvPr>
            <p:cNvSpPr/>
            <p:nvPr/>
          </p:nvSpPr>
          <p:spPr>
            <a:xfrm>
              <a:off x="3630620" y="1479947"/>
              <a:ext cx="164592" cy="53949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F9299C9E-614A-154D-A390-1BF21C27288D}"/>
                </a:ext>
              </a:extLst>
            </p:cNvPr>
            <p:cNvSpPr/>
            <p:nvPr/>
          </p:nvSpPr>
          <p:spPr>
            <a:xfrm>
              <a:off x="3799512" y="1479947"/>
              <a:ext cx="164592" cy="53949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5EA61A61-C276-D347-8276-C6761DCE6828}"/>
                </a:ext>
              </a:extLst>
            </p:cNvPr>
            <p:cNvSpPr/>
            <p:nvPr/>
          </p:nvSpPr>
          <p:spPr>
            <a:xfrm>
              <a:off x="3968404" y="1479947"/>
              <a:ext cx="164592" cy="53949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C20CD90F-215C-174A-A81D-9396DD6D27A4}"/>
                </a:ext>
              </a:extLst>
            </p:cNvPr>
            <p:cNvSpPr/>
            <p:nvPr/>
          </p:nvSpPr>
          <p:spPr>
            <a:xfrm>
              <a:off x="4137296" y="1479947"/>
              <a:ext cx="164592" cy="53949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2CD9F637-70DA-E84A-9B8D-9B957748FDFA}"/>
                </a:ext>
              </a:extLst>
            </p:cNvPr>
            <p:cNvSpPr/>
            <p:nvPr/>
          </p:nvSpPr>
          <p:spPr>
            <a:xfrm>
              <a:off x="4306188" y="1479947"/>
              <a:ext cx="164592" cy="53949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A0537F41-9096-CA4A-BFE8-9298CEF81D16}"/>
                </a:ext>
              </a:extLst>
            </p:cNvPr>
            <p:cNvSpPr/>
            <p:nvPr/>
          </p:nvSpPr>
          <p:spPr>
            <a:xfrm>
              <a:off x="4475080" y="1479947"/>
              <a:ext cx="164592" cy="53949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473AA0B3-087D-D646-83B7-6D9263E489E9}"/>
                </a:ext>
              </a:extLst>
            </p:cNvPr>
            <p:cNvSpPr/>
            <p:nvPr/>
          </p:nvSpPr>
          <p:spPr>
            <a:xfrm>
              <a:off x="4643972" y="1479947"/>
              <a:ext cx="164592" cy="53949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438C49BD-6FCB-E84C-B51D-170986C69550}"/>
                </a:ext>
              </a:extLst>
            </p:cNvPr>
            <p:cNvSpPr/>
            <p:nvPr/>
          </p:nvSpPr>
          <p:spPr>
            <a:xfrm>
              <a:off x="4812864" y="1479947"/>
              <a:ext cx="164592" cy="53949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3579D0EA-A329-E04B-9F1F-168812139A77}"/>
                </a:ext>
              </a:extLst>
            </p:cNvPr>
            <p:cNvSpPr/>
            <p:nvPr/>
          </p:nvSpPr>
          <p:spPr>
            <a:xfrm>
              <a:off x="4981756" y="1479947"/>
              <a:ext cx="164592" cy="53949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5E3A9A8E-24A3-8B42-BA43-096A6B358BB8}"/>
                </a:ext>
              </a:extLst>
            </p:cNvPr>
            <p:cNvSpPr/>
            <p:nvPr/>
          </p:nvSpPr>
          <p:spPr>
            <a:xfrm>
              <a:off x="5150648" y="1479947"/>
              <a:ext cx="164592" cy="53949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AF44CAF7-9A6B-D94E-A540-5ACF6B8E4475}"/>
                </a:ext>
              </a:extLst>
            </p:cNvPr>
            <p:cNvSpPr/>
            <p:nvPr/>
          </p:nvSpPr>
          <p:spPr>
            <a:xfrm>
              <a:off x="5319540" y="1479947"/>
              <a:ext cx="164592" cy="53949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CC4A01CB-2499-3C42-8D98-954A68E3A8A3}"/>
                </a:ext>
              </a:extLst>
            </p:cNvPr>
            <p:cNvSpPr/>
            <p:nvPr/>
          </p:nvSpPr>
          <p:spPr>
            <a:xfrm>
              <a:off x="5488432" y="1479947"/>
              <a:ext cx="164592" cy="53949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08C88221-D2B9-5A45-B08A-3D727746DE11}"/>
                </a:ext>
              </a:extLst>
            </p:cNvPr>
            <p:cNvSpPr/>
            <p:nvPr/>
          </p:nvSpPr>
          <p:spPr>
            <a:xfrm>
              <a:off x="5657324" y="1479947"/>
              <a:ext cx="164592" cy="53949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A063E8D1-DDE3-7C4D-A486-D998324297D6}"/>
                </a:ext>
              </a:extLst>
            </p:cNvPr>
            <p:cNvSpPr/>
            <p:nvPr/>
          </p:nvSpPr>
          <p:spPr>
            <a:xfrm>
              <a:off x="5826216" y="1479947"/>
              <a:ext cx="164592" cy="53949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98F7790F-490D-9C40-BD73-9099ED908078}"/>
                </a:ext>
              </a:extLst>
            </p:cNvPr>
            <p:cNvSpPr/>
            <p:nvPr/>
          </p:nvSpPr>
          <p:spPr>
            <a:xfrm>
              <a:off x="5995108" y="1479947"/>
              <a:ext cx="164592" cy="53949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59EEC602-67E1-224E-9F04-6EE2E447A21B}"/>
                </a:ext>
              </a:extLst>
            </p:cNvPr>
            <p:cNvSpPr/>
            <p:nvPr/>
          </p:nvSpPr>
          <p:spPr>
            <a:xfrm>
              <a:off x="6164000" y="1479947"/>
              <a:ext cx="164592" cy="53949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F270503-0227-6D4F-B07C-722BA3CB643E}"/>
                </a:ext>
              </a:extLst>
            </p:cNvPr>
            <p:cNvSpPr/>
            <p:nvPr/>
          </p:nvSpPr>
          <p:spPr>
            <a:xfrm>
              <a:off x="6332892" y="1479947"/>
              <a:ext cx="164592" cy="53949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C294F78F-4E1E-6C48-A672-70489575284C}"/>
                </a:ext>
              </a:extLst>
            </p:cNvPr>
            <p:cNvSpPr/>
            <p:nvPr/>
          </p:nvSpPr>
          <p:spPr>
            <a:xfrm>
              <a:off x="6501784" y="1479947"/>
              <a:ext cx="164592" cy="53949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E8E25AF8-93F2-104C-9E96-B978E9ECBDC2}"/>
                </a:ext>
              </a:extLst>
            </p:cNvPr>
            <p:cNvSpPr/>
            <p:nvPr/>
          </p:nvSpPr>
          <p:spPr>
            <a:xfrm>
              <a:off x="6670676" y="1479947"/>
              <a:ext cx="164592" cy="53949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C66CEF63-29C7-2740-B8CE-54CCAF58E97D}"/>
                </a:ext>
              </a:extLst>
            </p:cNvPr>
            <p:cNvSpPr/>
            <p:nvPr/>
          </p:nvSpPr>
          <p:spPr>
            <a:xfrm>
              <a:off x="6839568" y="1479947"/>
              <a:ext cx="164592" cy="53949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D78F3FD3-73AD-974F-8E7D-E5403AB582D7}"/>
                </a:ext>
              </a:extLst>
            </p:cNvPr>
            <p:cNvSpPr/>
            <p:nvPr/>
          </p:nvSpPr>
          <p:spPr>
            <a:xfrm>
              <a:off x="7008460" y="1479947"/>
              <a:ext cx="164592" cy="53949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54BC73E2-401A-2A48-9D50-C0C4470E428C}"/>
                </a:ext>
              </a:extLst>
            </p:cNvPr>
            <p:cNvSpPr/>
            <p:nvPr/>
          </p:nvSpPr>
          <p:spPr>
            <a:xfrm>
              <a:off x="7177352" y="1479947"/>
              <a:ext cx="164592" cy="53949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132D50A6-BCC9-E945-ADDD-A1466B6464AE}"/>
                </a:ext>
              </a:extLst>
            </p:cNvPr>
            <p:cNvSpPr/>
            <p:nvPr/>
          </p:nvSpPr>
          <p:spPr>
            <a:xfrm>
              <a:off x="7346244" y="1479947"/>
              <a:ext cx="164592" cy="53949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29DF61C0-336B-DF4F-901F-C6C4E1C048AA}"/>
                </a:ext>
              </a:extLst>
            </p:cNvPr>
            <p:cNvSpPr/>
            <p:nvPr/>
          </p:nvSpPr>
          <p:spPr>
            <a:xfrm>
              <a:off x="7515136" y="1479947"/>
              <a:ext cx="164592" cy="53949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C8800EE0-9FE8-F34A-B553-799A4AC0CC91}"/>
                </a:ext>
              </a:extLst>
            </p:cNvPr>
            <p:cNvSpPr/>
            <p:nvPr/>
          </p:nvSpPr>
          <p:spPr>
            <a:xfrm>
              <a:off x="7684028" y="1479947"/>
              <a:ext cx="164592" cy="53949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4B19F60C-44DC-1B43-B0C8-BF5E4152DFDB}"/>
                </a:ext>
              </a:extLst>
            </p:cNvPr>
            <p:cNvSpPr/>
            <p:nvPr/>
          </p:nvSpPr>
          <p:spPr>
            <a:xfrm>
              <a:off x="7852920" y="1479947"/>
              <a:ext cx="164592" cy="53949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A0216192-25DB-AB4B-8CCA-6D5F0D667EFB}"/>
                </a:ext>
              </a:extLst>
            </p:cNvPr>
            <p:cNvSpPr/>
            <p:nvPr/>
          </p:nvSpPr>
          <p:spPr>
            <a:xfrm>
              <a:off x="8021812" y="1479947"/>
              <a:ext cx="164592" cy="53949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2EDA032E-2B56-4B49-B166-12444C0767EB}"/>
                </a:ext>
              </a:extLst>
            </p:cNvPr>
            <p:cNvSpPr/>
            <p:nvPr/>
          </p:nvSpPr>
          <p:spPr>
            <a:xfrm>
              <a:off x="8190704" y="1479947"/>
              <a:ext cx="164592" cy="53949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9633FC52-BED2-6C4B-ABB2-E40F184E4B28}"/>
                </a:ext>
              </a:extLst>
            </p:cNvPr>
            <p:cNvSpPr/>
            <p:nvPr/>
          </p:nvSpPr>
          <p:spPr>
            <a:xfrm>
              <a:off x="8359596" y="1479947"/>
              <a:ext cx="164592" cy="53949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18FC90F0-C660-C144-BAA6-482105B7E834}"/>
                </a:ext>
              </a:extLst>
            </p:cNvPr>
            <p:cNvSpPr/>
            <p:nvPr/>
          </p:nvSpPr>
          <p:spPr>
            <a:xfrm>
              <a:off x="8528488" y="1479947"/>
              <a:ext cx="164592" cy="53949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A52855C3-948F-DA41-A35A-050AFCA9ABBB}"/>
                </a:ext>
              </a:extLst>
            </p:cNvPr>
            <p:cNvSpPr/>
            <p:nvPr/>
          </p:nvSpPr>
          <p:spPr>
            <a:xfrm>
              <a:off x="8697380" y="1479947"/>
              <a:ext cx="164592" cy="539496"/>
            </a:xfrm>
            <a:prstGeom prst="rect">
              <a:avLst/>
            </a:prstGeom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61A0A824-2F5C-D141-8434-FFFC198E4C12}"/>
                </a:ext>
              </a:extLst>
            </p:cNvPr>
            <p:cNvSpPr/>
            <p:nvPr/>
          </p:nvSpPr>
          <p:spPr>
            <a:xfrm>
              <a:off x="8866272" y="1479947"/>
              <a:ext cx="164592" cy="539496"/>
            </a:xfrm>
            <a:prstGeom prst="rect">
              <a:avLst/>
            </a:prstGeom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4527A927-876B-E044-8871-5DD564C4912F}"/>
                </a:ext>
              </a:extLst>
            </p:cNvPr>
            <p:cNvSpPr/>
            <p:nvPr/>
          </p:nvSpPr>
          <p:spPr>
            <a:xfrm>
              <a:off x="9035146" y="1479947"/>
              <a:ext cx="164592" cy="539496"/>
            </a:xfrm>
            <a:prstGeom prst="rect">
              <a:avLst/>
            </a:prstGeom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D85384A9-0D0B-8A41-B959-3C4970FF2D30}"/>
                </a:ext>
              </a:extLst>
            </p:cNvPr>
            <p:cNvSpPr/>
            <p:nvPr/>
          </p:nvSpPr>
          <p:spPr>
            <a:xfrm rot="5400000">
              <a:off x="838620" y="1479947"/>
              <a:ext cx="164592" cy="53949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474789EB-9DA7-784D-ADCF-207860DC81D7}"/>
                </a:ext>
              </a:extLst>
            </p:cNvPr>
            <p:cNvSpPr/>
            <p:nvPr/>
          </p:nvSpPr>
          <p:spPr>
            <a:xfrm rot="5400000">
              <a:off x="2193285" y="1479947"/>
              <a:ext cx="164592" cy="53949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EE266A6F-A3EF-9149-8404-10AE51E5E279}"/>
                </a:ext>
              </a:extLst>
            </p:cNvPr>
            <p:cNvSpPr/>
            <p:nvPr/>
          </p:nvSpPr>
          <p:spPr>
            <a:xfrm rot="5400000">
              <a:off x="7637352" y="1479947"/>
              <a:ext cx="164592" cy="53949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90A6D862-9353-7049-8DAD-9E460D58CF5C}"/>
                </a:ext>
              </a:extLst>
            </p:cNvPr>
            <p:cNvSpPr/>
            <p:nvPr/>
          </p:nvSpPr>
          <p:spPr>
            <a:xfrm rot="5400000">
              <a:off x="1502334" y="1489187"/>
              <a:ext cx="164592" cy="53949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A9CD6789-734A-4747-BB42-35C7F6297EFB}"/>
                </a:ext>
              </a:extLst>
            </p:cNvPr>
            <p:cNvSpPr/>
            <p:nvPr/>
          </p:nvSpPr>
          <p:spPr>
            <a:xfrm rot="5400000">
              <a:off x="2890867" y="1489187"/>
              <a:ext cx="164592" cy="53949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7FB2DE42-9CFF-4A48-8B92-1184F8C3E2E1}"/>
                </a:ext>
              </a:extLst>
            </p:cNvPr>
            <p:cNvSpPr/>
            <p:nvPr/>
          </p:nvSpPr>
          <p:spPr>
            <a:xfrm rot="5400000">
              <a:off x="8275667" y="1489187"/>
              <a:ext cx="164592" cy="53949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FE497A0-FA5A-A141-86C7-E86AF5775365}"/>
                </a:ext>
              </a:extLst>
            </p:cNvPr>
            <p:cNvSpPr/>
            <p:nvPr/>
          </p:nvSpPr>
          <p:spPr>
            <a:xfrm>
              <a:off x="617379" y="1651213"/>
              <a:ext cx="629018" cy="19240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 defTabSz="609585"/>
              <a:r>
                <a:rPr lang="en-US" sz="1067">
                  <a:solidFill>
                    <a:srgbClr val="001C3D"/>
                  </a:solidFill>
                  <a:latin typeface="Monaco" pitchFamily="2" charset="77"/>
                  <a:cs typeface="Courier New" panose="02070309020205020404" pitchFamily="49" charset="0"/>
                </a:rPr>
                <a:t>field(1)</a:t>
              </a:r>
              <a:endParaRPr lang="en-US" sz="1067">
                <a:solidFill>
                  <a:srgbClr val="001C3D"/>
                </a:solidFill>
                <a:latin typeface="Monaco" pitchFamily="2" charset="77"/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835A621B-B25C-9A4C-AF63-E7DE4F4BBB1F}"/>
                </a:ext>
              </a:extLst>
            </p:cNvPr>
            <p:cNvSpPr/>
            <p:nvPr/>
          </p:nvSpPr>
          <p:spPr>
            <a:xfrm>
              <a:off x="1286246" y="1651213"/>
              <a:ext cx="629018" cy="19240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 defTabSz="609585"/>
              <a:r>
                <a:rPr lang="en-US" sz="1067">
                  <a:solidFill>
                    <a:srgbClr val="001C3D"/>
                  </a:solidFill>
                  <a:latin typeface="Monaco" pitchFamily="2" charset="77"/>
                  <a:cs typeface="Courier New" panose="02070309020205020404" pitchFamily="49" charset="0"/>
                </a:rPr>
                <a:t>field(2)</a:t>
              </a:r>
              <a:endParaRPr lang="en-US" sz="1067">
                <a:solidFill>
                  <a:srgbClr val="001C3D"/>
                </a:solidFill>
                <a:latin typeface="Monaco" pitchFamily="2" charset="77"/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0D58915D-331C-2A4F-9D08-756C387D70A1}"/>
                </a:ext>
              </a:extLst>
            </p:cNvPr>
            <p:cNvSpPr/>
            <p:nvPr/>
          </p:nvSpPr>
          <p:spPr>
            <a:xfrm>
              <a:off x="1963578" y="1651213"/>
              <a:ext cx="629018" cy="19240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 defTabSz="609585"/>
              <a:r>
                <a:rPr lang="en-US" sz="1067">
                  <a:solidFill>
                    <a:srgbClr val="001C3D"/>
                  </a:solidFill>
                  <a:latin typeface="Monaco" pitchFamily="2" charset="77"/>
                  <a:cs typeface="Courier New" panose="02070309020205020404" pitchFamily="49" charset="0"/>
                </a:rPr>
                <a:t>field(3)</a:t>
              </a:r>
              <a:endParaRPr lang="en-US" sz="1067">
                <a:solidFill>
                  <a:srgbClr val="001C3D"/>
                </a:solidFill>
                <a:latin typeface="Monaco" pitchFamily="2" charset="77"/>
              </a:endParaRP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325B2E8D-D3D7-B442-8ED6-BC6B10136711}"/>
                </a:ext>
              </a:extLst>
            </p:cNvPr>
            <p:cNvSpPr/>
            <p:nvPr/>
          </p:nvSpPr>
          <p:spPr>
            <a:xfrm>
              <a:off x="2632446" y="1651213"/>
              <a:ext cx="629018" cy="19240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 defTabSz="609585"/>
              <a:r>
                <a:rPr lang="en-US" sz="1067">
                  <a:solidFill>
                    <a:srgbClr val="001C3D"/>
                  </a:solidFill>
                  <a:latin typeface="Monaco" pitchFamily="2" charset="77"/>
                  <a:cs typeface="Courier New" panose="02070309020205020404" pitchFamily="49" charset="0"/>
                </a:rPr>
                <a:t>field(3)</a:t>
              </a:r>
              <a:endParaRPr lang="en-US" sz="1067">
                <a:solidFill>
                  <a:srgbClr val="001C3D"/>
                </a:solidFill>
                <a:latin typeface="Monaco" pitchFamily="2" charset="77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BAC8F0DB-40DB-5A4D-A9CA-B91D8B9E52E7}"/>
                </a:ext>
              </a:extLst>
            </p:cNvPr>
            <p:cNvSpPr/>
            <p:nvPr/>
          </p:nvSpPr>
          <p:spPr>
            <a:xfrm>
              <a:off x="8032707" y="1651213"/>
              <a:ext cx="690333" cy="19240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 defTabSz="609585"/>
              <a:r>
                <a:rPr lang="en-US" sz="1067">
                  <a:solidFill>
                    <a:srgbClr val="001C3D"/>
                  </a:solidFill>
                  <a:latin typeface="Monaco" pitchFamily="2" charset="77"/>
                  <a:cs typeface="Courier New" panose="02070309020205020404" pitchFamily="49" charset="0"/>
                </a:rPr>
                <a:t>field(nx)</a:t>
              </a:r>
              <a:endParaRPr lang="en-US" sz="1067">
                <a:solidFill>
                  <a:srgbClr val="001C3D"/>
                </a:solidFill>
                <a:latin typeface="Monaco" pitchFamily="2" charset="77"/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A84ADA38-00F6-2149-A026-A875489EED40}"/>
                </a:ext>
              </a:extLst>
            </p:cNvPr>
            <p:cNvSpPr/>
            <p:nvPr/>
          </p:nvSpPr>
          <p:spPr>
            <a:xfrm>
              <a:off x="7280527" y="1651213"/>
              <a:ext cx="812963" cy="19240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 defTabSz="609585"/>
              <a:r>
                <a:rPr lang="en-US" sz="1067">
                  <a:solidFill>
                    <a:srgbClr val="001C3D"/>
                  </a:solidFill>
                  <a:latin typeface="Monaco" pitchFamily="2" charset="77"/>
                  <a:cs typeface="Courier New" panose="02070309020205020404" pitchFamily="49" charset="0"/>
                </a:rPr>
                <a:t>field(nx-1)</a:t>
              </a:r>
              <a:endParaRPr lang="en-US" sz="1067">
                <a:solidFill>
                  <a:srgbClr val="001C3D"/>
                </a:solidFill>
                <a:latin typeface="Monaco" pitchFamily="2" charset="77"/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44CEBE53-9E51-B845-AF2E-5F23852D4FFE}"/>
                </a:ext>
              </a:extLst>
            </p:cNvPr>
            <p:cNvSpPr/>
            <p:nvPr/>
          </p:nvSpPr>
          <p:spPr>
            <a:xfrm rot="5400000">
              <a:off x="6929469" y="1489187"/>
              <a:ext cx="164592" cy="53949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B4C945DE-316C-DF4E-9129-1A81A5C1E3EB}"/>
                </a:ext>
              </a:extLst>
            </p:cNvPr>
            <p:cNvSpPr/>
            <p:nvPr/>
          </p:nvSpPr>
          <p:spPr>
            <a:xfrm rot="5400000">
              <a:off x="3556421" y="1479947"/>
              <a:ext cx="164592" cy="53949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1EDE7AD8-BE14-A044-B809-625C567E9BD9}"/>
                </a:ext>
              </a:extLst>
            </p:cNvPr>
            <p:cNvSpPr/>
            <p:nvPr/>
          </p:nvSpPr>
          <p:spPr>
            <a:xfrm>
              <a:off x="3454599" y="1617345"/>
              <a:ext cx="322445" cy="19240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 defTabSz="609585"/>
              <a:r>
                <a:rPr lang="en-US" sz="1067">
                  <a:solidFill>
                    <a:srgbClr val="001C3D"/>
                  </a:solidFill>
                  <a:latin typeface="Monaco" pitchFamily="2" charset="77"/>
                </a:rPr>
                <a:t>...</a:t>
              </a: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B07D1CFA-820F-DB4D-9819-1F65C2667B2A}"/>
                </a:ext>
              </a:extLst>
            </p:cNvPr>
            <p:cNvSpPr/>
            <p:nvPr/>
          </p:nvSpPr>
          <p:spPr>
            <a:xfrm>
              <a:off x="6858198" y="1617345"/>
              <a:ext cx="322445" cy="19240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 defTabSz="609585"/>
              <a:r>
                <a:rPr lang="en-US" sz="1067">
                  <a:solidFill>
                    <a:srgbClr val="001C3D"/>
                  </a:solidFill>
                  <a:latin typeface="Monaco" pitchFamily="2" charset="77"/>
                </a:rPr>
                <a:t>...</a:t>
              </a:r>
            </a:p>
          </p:txBody>
        </p:sp>
        <p:sp>
          <p:nvSpPr>
            <p:cNvPr id="261" name="Rectangle 260">
              <a:extLst>
                <a:ext uri="{FF2B5EF4-FFF2-40B4-BE49-F238E27FC236}">
                  <a16:creationId xmlns:a16="http://schemas.microsoft.com/office/drawing/2014/main" id="{C8522010-36D3-0B46-BF94-7856C03CA93F}"/>
                </a:ext>
              </a:extLst>
            </p:cNvPr>
            <p:cNvSpPr/>
            <p:nvPr/>
          </p:nvSpPr>
          <p:spPr>
            <a:xfrm>
              <a:off x="-761536" y="1479947"/>
              <a:ext cx="164592" cy="539496"/>
            </a:xfrm>
            <a:prstGeom prst="rect">
              <a:avLst/>
            </a:prstGeom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63" name="Rectangle 262">
              <a:extLst>
                <a:ext uri="{FF2B5EF4-FFF2-40B4-BE49-F238E27FC236}">
                  <a16:creationId xmlns:a16="http://schemas.microsoft.com/office/drawing/2014/main" id="{D627A26D-C478-3B46-85EC-493D9FC05B4D}"/>
                </a:ext>
              </a:extLst>
            </p:cNvPr>
            <p:cNvSpPr/>
            <p:nvPr/>
          </p:nvSpPr>
          <p:spPr>
            <a:xfrm>
              <a:off x="-592644" y="1479947"/>
              <a:ext cx="164592" cy="539496"/>
            </a:xfrm>
            <a:prstGeom prst="rect">
              <a:avLst/>
            </a:prstGeom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64" name="Rectangle 263">
              <a:extLst>
                <a:ext uri="{FF2B5EF4-FFF2-40B4-BE49-F238E27FC236}">
                  <a16:creationId xmlns:a16="http://schemas.microsoft.com/office/drawing/2014/main" id="{FA7BE3C5-40BF-A64E-856D-DC4874D7ACE2}"/>
                </a:ext>
              </a:extLst>
            </p:cNvPr>
            <p:cNvSpPr/>
            <p:nvPr/>
          </p:nvSpPr>
          <p:spPr>
            <a:xfrm>
              <a:off x="-423753" y="1479947"/>
              <a:ext cx="164592" cy="539496"/>
            </a:xfrm>
            <a:prstGeom prst="rect">
              <a:avLst/>
            </a:prstGeom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65" name="Rectangle 264">
              <a:extLst>
                <a:ext uri="{FF2B5EF4-FFF2-40B4-BE49-F238E27FC236}">
                  <a16:creationId xmlns:a16="http://schemas.microsoft.com/office/drawing/2014/main" id="{30796E91-203A-834D-ACA6-4C6FF4782BDD}"/>
                </a:ext>
              </a:extLst>
            </p:cNvPr>
            <p:cNvSpPr/>
            <p:nvPr/>
          </p:nvSpPr>
          <p:spPr>
            <a:xfrm>
              <a:off x="-254860" y="1479947"/>
              <a:ext cx="164592" cy="539496"/>
            </a:xfrm>
            <a:prstGeom prst="rect">
              <a:avLst/>
            </a:prstGeom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66" name="Rectangle 265">
              <a:extLst>
                <a:ext uri="{FF2B5EF4-FFF2-40B4-BE49-F238E27FC236}">
                  <a16:creationId xmlns:a16="http://schemas.microsoft.com/office/drawing/2014/main" id="{7347730C-E649-E744-A42F-048ECC3282E9}"/>
                </a:ext>
              </a:extLst>
            </p:cNvPr>
            <p:cNvSpPr/>
            <p:nvPr/>
          </p:nvSpPr>
          <p:spPr>
            <a:xfrm>
              <a:off x="9197829" y="1479947"/>
              <a:ext cx="164592" cy="539496"/>
            </a:xfrm>
            <a:prstGeom prst="rect">
              <a:avLst/>
            </a:prstGeom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67" name="Rectangle 266">
              <a:extLst>
                <a:ext uri="{FF2B5EF4-FFF2-40B4-BE49-F238E27FC236}">
                  <a16:creationId xmlns:a16="http://schemas.microsoft.com/office/drawing/2014/main" id="{7EC8659D-BF01-AF47-83CA-262CA521D9ED}"/>
                </a:ext>
              </a:extLst>
            </p:cNvPr>
            <p:cNvSpPr/>
            <p:nvPr/>
          </p:nvSpPr>
          <p:spPr>
            <a:xfrm>
              <a:off x="9366721" y="1479947"/>
              <a:ext cx="164592" cy="539496"/>
            </a:xfrm>
            <a:prstGeom prst="rect">
              <a:avLst/>
            </a:prstGeom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68" name="Rectangle 267">
              <a:extLst>
                <a:ext uri="{FF2B5EF4-FFF2-40B4-BE49-F238E27FC236}">
                  <a16:creationId xmlns:a16="http://schemas.microsoft.com/office/drawing/2014/main" id="{32803351-0503-A242-8C70-3879CC274611}"/>
                </a:ext>
              </a:extLst>
            </p:cNvPr>
            <p:cNvSpPr/>
            <p:nvPr/>
          </p:nvSpPr>
          <p:spPr>
            <a:xfrm>
              <a:off x="9535595" y="1479947"/>
              <a:ext cx="164592" cy="539496"/>
            </a:xfrm>
            <a:prstGeom prst="rect">
              <a:avLst/>
            </a:prstGeom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9BF37FA7-8694-464B-8E08-FB34D02E64AE}"/>
                </a:ext>
              </a:extLst>
            </p:cNvPr>
            <p:cNvSpPr/>
            <p:nvPr/>
          </p:nvSpPr>
          <p:spPr>
            <a:xfrm>
              <a:off x="9698278" y="1479947"/>
              <a:ext cx="164592" cy="539496"/>
            </a:xfrm>
            <a:prstGeom prst="rect">
              <a:avLst/>
            </a:prstGeom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70" name="Rectangle 269">
              <a:extLst>
                <a:ext uri="{FF2B5EF4-FFF2-40B4-BE49-F238E27FC236}">
                  <a16:creationId xmlns:a16="http://schemas.microsoft.com/office/drawing/2014/main" id="{98B57492-9A51-E246-8AA4-6CE074B656DF}"/>
                </a:ext>
              </a:extLst>
            </p:cNvPr>
            <p:cNvSpPr/>
            <p:nvPr/>
          </p:nvSpPr>
          <p:spPr>
            <a:xfrm>
              <a:off x="9867170" y="1479947"/>
              <a:ext cx="164592" cy="539496"/>
            </a:xfrm>
            <a:prstGeom prst="rect">
              <a:avLst/>
            </a:prstGeom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71" name="Rectangle 270">
              <a:extLst>
                <a:ext uri="{FF2B5EF4-FFF2-40B4-BE49-F238E27FC236}">
                  <a16:creationId xmlns:a16="http://schemas.microsoft.com/office/drawing/2014/main" id="{75B1A06B-6B8E-4040-AA0C-941E298741B0}"/>
                </a:ext>
              </a:extLst>
            </p:cNvPr>
            <p:cNvSpPr/>
            <p:nvPr/>
          </p:nvSpPr>
          <p:spPr>
            <a:xfrm>
              <a:off x="10036044" y="1479947"/>
              <a:ext cx="164592" cy="539496"/>
            </a:xfrm>
            <a:prstGeom prst="rect">
              <a:avLst/>
            </a:prstGeom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67A428E-0CA2-BA4C-80A7-4BF1AA80CFCB}"/>
              </a:ext>
            </a:extLst>
          </p:cNvPr>
          <p:cNvGrpSpPr/>
          <p:nvPr/>
        </p:nvGrpSpPr>
        <p:grpSpPr>
          <a:xfrm>
            <a:off x="661018" y="5856376"/>
            <a:ext cx="14616227" cy="719328"/>
            <a:chOff x="-761536" y="4392282"/>
            <a:chExt cx="10962171" cy="539496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9CBB63D3-9E7C-5F42-AB0A-51F15D76131B}"/>
                </a:ext>
              </a:extLst>
            </p:cNvPr>
            <p:cNvSpPr/>
            <p:nvPr/>
          </p:nvSpPr>
          <p:spPr>
            <a:xfrm>
              <a:off x="-85004" y="4392282"/>
              <a:ext cx="164592" cy="539496"/>
            </a:xfrm>
            <a:prstGeom prst="rect">
              <a:avLst/>
            </a:prstGeom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F40A61BB-4A07-DC41-9805-6F96DDA7EE66}"/>
                </a:ext>
              </a:extLst>
            </p:cNvPr>
            <p:cNvSpPr/>
            <p:nvPr/>
          </p:nvSpPr>
          <p:spPr>
            <a:xfrm>
              <a:off x="83888" y="4392282"/>
              <a:ext cx="164592" cy="539496"/>
            </a:xfrm>
            <a:prstGeom prst="rect">
              <a:avLst/>
            </a:prstGeom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ED17E079-BCF3-D440-9F52-8E42B86CB991}"/>
                </a:ext>
              </a:extLst>
            </p:cNvPr>
            <p:cNvSpPr/>
            <p:nvPr/>
          </p:nvSpPr>
          <p:spPr>
            <a:xfrm>
              <a:off x="252780" y="4392282"/>
              <a:ext cx="164592" cy="539496"/>
            </a:xfrm>
            <a:prstGeom prst="rect">
              <a:avLst/>
            </a:prstGeom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8818A88B-DB2A-D94C-8CC6-003BD30E3675}"/>
                </a:ext>
              </a:extLst>
            </p:cNvPr>
            <p:cNvSpPr/>
            <p:nvPr/>
          </p:nvSpPr>
          <p:spPr>
            <a:xfrm>
              <a:off x="421672" y="4392282"/>
              <a:ext cx="164592" cy="539496"/>
            </a:xfrm>
            <a:prstGeom prst="rect">
              <a:avLst/>
            </a:prstGeom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9EA37255-BF56-1743-B4B5-1CE8ED38915A}"/>
                </a:ext>
              </a:extLst>
            </p:cNvPr>
            <p:cNvSpPr/>
            <p:nvPr/>
          </p:nvSpPr>
          <p:spPr>
            <a:xfrm>
              <a:off x="590564" y="4392282"/>
              <a:ext cx="164592" cy="53949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339CD9E1-4659-3847-A929-7082D4B9ABF4}"/>
                </a:ext>
              </a:extLst>
            </p:cNvPr>
            <p:cNvSpPr/>
            <p:nvPr/>
          </p:nvSpPr>
          <p:spPr>
            <a:xfrm>
              <a:off x="759456" y="4392282"/>
              <a:ext cx="164592" cy="53949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423E2822-63C4-984F-8684-013BB94F021A}"/>
                </a:ext>
              </a:extLst>
            </p:cNvPr>
            <p:cNvSpPr/>
            <p:nvPr/>
          </p:nvSpPr>
          <p:spPr>
            <a:xfrm>
              <a:off x="928348" y="4392282"/>
              <a:ext cx="164592" cy="53949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F9AAAD68-4933-8B46-A1F1-22E6FC27CFE1}"/>
                </a:ext>
              </a:extLst>
            </p:cNvPr>
            <p:cNvSpPr/>
            <p:nvPr/>
          </p:nvSpPr>
          <p:spPr>
            <a:xfrm>
              <a:off x="1097240" y="4392282"/>
              <a:ext cx="164592" cy="53949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EBCF6A0B-5E06-484D-9968-A74E8035B0C3}"/>
                </a:ext>
              </a:extLst>
            </p:cNvPr>
            <p:cNvSpPr/>
            <p:nvPr/>
          </p:nvSpPr>
          <p:spPr>
            <a:xfrm>
              <a:off x="1266132" y="4392282"/>
              <a:ext cx="164592" cy="53949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92E81C70-F600-1E4F-8231-49D6CC9DA0D0}"/>
                </a:ext>
              </a:extLst>
            </p:cNvPr>
            <p:cNvSpPr/>
            <p:nvPr/>
          </p:nvSpPr>
          <p:spPr>
            <a:xfrm>
              <a:off x="1435024" y="4392282"/>
              <a:ext cx="164592" cy="53949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FD29D092-1F96-484A-801C-E73830A5C406}"/>
                </a:ext>
              </a:extLst>
            </p:cNvPr>
            <p:cNvSpPr/>
            <p:nvPr/>
          </p:nvSpPr>
          <p:spPr>
            <a:xfrm>
              <a:off x="1603916" y="4392282"/>
              <a:ext cx="164592" cy="53949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A2B64BC8-CD5F-4745-A280-A5145A7853D8}"/>
                </a:ext>
              </a:extLst>
            </p:cNvPr>
            <p:cNvSpPr/>
            <p:nvPr/>
          </p:nvSpPr>
          <p:spPr>
            <a:xfrm>
              <a:off x="1772808" y="4392282"/>
              <a:ext cx="164592" cy="53949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41AB51EB-B9C7-1441-9BD5-A5D6EC6841C8}"/>
                </a:ext>
              </a:extLst>
            </p:cNvPr>
            <p:cNvSpPr/>
            <p:nvPr/>
          </p:nvSpPr>
          <p:spPr>
            <a:xfrm>
              <a:off x="1941700" y="4392282"/>
              <a:ext cx="164592" cy="53949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A959BC2B-DD63-BE47-AF39-49B5AB23614C}"/>
                </a:ext>
              </a:extLst>
            </p:cNvPr>
            <p:cNvSpPr/>
            <p:nvPr/>
          </p:nvSpPr>
          <p:spPr>
            <a:xfrm>
              <a:off x="2110592" y="4392282"/>
              <a:ext cx="164592" cy="53949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14F723B3-F1FD-6041-9534-44E3CBB13E58}"/>
                </a:ext>
              </a:extLst>
            </p:cNvPr>
            <p:cNvSpPr/>
            <p:nvPr/>
          </p:nvSpPr>
          <p:spPr>
            <a:xfrm>
              <a:off x="2279484" y="4392282"/>
              <a:ext cx="164592" cy="53949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A803B9D9-FE8A-1249-905E-26DB9AB85DA1}"/>
                </a:ext>
              </a:extLst>
            </p:cNvPr>
            <p:cNvSpPr/>
            <p:nvPr/>
          </p:nvSpPr>
          <p:spPr>
            <a:xfrm>
              <a:off x="2448376" y="4392282"/>
              <a:ext cx="164592" cy="53949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CEF6D1F9-3C5D-2748-B4B5-33490A87A834}"/>
                </a:ext>
              </a:extLst>
            </p:cNvPr>
            <p:cNvSpPr/>
            <p:nvPr/>
          </p:nvSpPr>
          <p:spPr>
            <a:xfrm>
              <a:off x="2617268" y="4392282"/>
              <a:ext cx="164592" cy="53949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B32AFE0E-D122-884C-AC77-BEB320E40100}"/>
                </a:ext>
              </a:extLst>
            </p:cNvPr>
            <p:cNvSpPr/>
            <p:nvPr/>
          </p:nvSpPr>
          <p:spPr>
            <a:xfrm>
              <a:off x="2786160" y="4392282"/>
              <a:ext cx="164592" cy="53949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C210001E-4301-FB4B-86EF-BA7DE2D5ACA2}"/>
                </a:ext>
              </a:extLst>
            </p:cNvPr>
            <p:cNvSpPr/>
            <p:nvPr/>
          </p:nvSpPr>
          <p:spPr>
            <a:xfrm>
              <a:off x="2955052" y="4392282"/>
              <a:ext cx="164592" cy="53949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3458ACD8-3598-D24D-B634-E1A4C9C032D7}"/>
                </a:ext>
              </a:extLst>
            </p:cNvPr>
            <p:cNvSpPr/>
            <p:nvPr/>
          </p:nvSpPr>
          <p:spPr>
            <a:xfrm>
              <a:off x="3123944" y="4392282"/>
              <a:ext cx="164592" cy="53949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BFBB9EF7-66BA-284A-AED6-007D5CF6E699}"/>
                </a:ext>
              </a:extLst>
            </p:cNvPr>
            <p:cNvSpPr/>
            <p:nvPr/>
          </p:nvSpPr>
          <p:spPr>
            <a:xfrm>
              <a:off x="3292836" y="4392282"/>
              <a:ext cx="164592" cy="53949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B8A0A364-E5EC-224D-81CB-7B0397198F66}"/>
                </a:ext>
              </a:extLst>
            </p:cNvPr>
            <p:cNvSpPr/>
            <p:nvPr/>
          </p:nvSpPr>
          <p:spPr>
            <a:xfrm>
              <a:off x="3461728" y="4392282"/>
              <a:ext cx="164592" cy="53949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CE809D93-B4C6-9941-8551-703844DC96F2}"/>
                </a:ext>
              </a:extLst>
            </p:cNvPr>
            <p:cNvSpPr/>
            <p:nvPr/>
          </p:nvSpPr>
          <p:spPr>
            <a:xfrm>
              <a:off x="3630620" y="4392282"/>
              <a:ext cx="164592" cy="53949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A37F02CE-5A5C-2043-8361-7B2657E7A534}"/>
                </a:ext>
              </a:extLst>
            </p:cNvPr>
            <p:cNvSpPr/>
            <p:nvPr/>
          </p:nvSpPr>
          <p:spPr>
            <a:xfrm>
              <a:off x="3799512" y="4392282"/>
              <a:ext cx="164592" cy="53949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6773DC19-43E5-EC46-81CE-14D1A176C15E}"/>
                </a:ext>
              </a:extLst>
            </p:cNvPr>
            <p:cNvSpPr/>
            <p:nvPr/>
          </p:nvSpPr>
          <p:spPr>
            <a:xfrm>
              <a:off x="3968404" y="4392282"/>
              <a:ext cx="164592" cy="53949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FBEF0534-A385-2D48-B551-7CF12DB279CF}"/>
                </a:ext>
              </a:extLst>
            </p:cNvPr>
            <p:cNvSpPr/>
            <p:nvPr/>
          </p:nvSpPr>
          <p:spPr>
            <a:xfrm>
              <a:off x="4137296" y="4392282"/>
              <a:ext cx="164592" cy="53949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9B2EF49B-26D2-884F-959B-F16ED2B5EA02}"/>
                </a:ext>
              </a:extLst>
            </p:cNvPr>
            <p:cNvSpPr/>
            <p:nvPr/>
          </p:nvSpPr>
          <p:spPr>
            <a:xfrm>
              <a:off x="4306188" y="4392282"/>
              <a:ext cx="164592" cy="53949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8D21DCCB-057E-7D46-A082-C67EC2105C98}"/>
                </a:ext>
              </a:extLst>
            </p:cNvPr>
            <p:cNvSpPr/>
            <p:nvPr/>
          </p:nvSpPr>
          <p:spPr>
            <a:xfrm>
              <a:off x="4475080" y="4392282"/>
              <a:ext cx="164592" cy="53949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D26969F5-C0FD-2549-9D79-587B9001B5D2}"/>
                </a:ext>
              </a:extLst>
            </p:cNvPr>
            <p:cNvSpPr/>
            <p:nvPr/>
          </p:nvSpPr>
          <p:spPr>
            <a:xfrm>
              <a:off x="4643972" y="4392282"/>
              <a:ext cx="164592" cy="53949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2A4D6CF7-F0DC-BF49-AF14-8630FFC30EA8}"/>
                </a:ext>
              </a:extLst>
            </p:cNvPr>
            <p:cNvSpPr/>
            <p:nvPr/>
          </p:nvSpPr>
          <p:spPr>
            <a:xfrm>
              <a:off x="4812864" y="4392282"/>
              <a:ext cx="164592" cy="53949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FFC4EC08-7216-524E-816F-040160C86562}"/>
                </a:ext>
              </a:extLst>
            </p:cNvPr>
            <p:cNvSpPr/>
            <p:nvPr/>
          </p:nvSpPr>
          <p:spPr>
            <a:xfrm>
              <a:off x="4981756" y="4392282"/>
              <a:ext cx="164592" cy="53949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1A19BE11-4BD6-064D-80B8-2855D94793C1}"/>
                </a:ext>
              </a:extLst>
            </p:cNvPr>
            <p:cNvSpPr/>
            <p:nvPr/>
          </p:nvSpPr>
          <p:spPr>
            <a:xfrm>
              <a:off x="5150648" y="4392282"/>
              <a:ext cx="164592" cy="53949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0C9FC914-E863-584D-8E49-FCCC0613DF50}"/>
                </a:ext>
              </a:extLst>
            </p:cNvPr>
            <p:cNvSpPr/>
            <p:nvPr/>
          </p:nvSpPr>
          <p:spPr>
            <a:xfrm>
              <a:off x="5319540" y="4392282"/>
              <a:ext cx="164592" cy="53949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CAE30131-17A9-C346-834B-5C6635E2BAEE}"/>
                </a:ext>
              </a:extLst>
            </p:cNvPr>
            <p:cNvSpPr/>
            <p:nvPr/>
          </p:nvSpPr>
          <p:spPr>
            <a:xfrm>
              <a:off x="5488432" y="4392282"/>
              <a:ext cx="164592" cy="53949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55B18CD5-6B1A-F64A-B427-E29FD00497CB}"/>
                </a:ext>
              </a:extLst>
            </p:cNvPr>
            <p:cNvSpPr/>
            <p:nvPr/>
          </p:nvSpPr>
          <p:spPr>
            <a:xfrm>
              <a:off x="5657324" y="4392282"/>
              <a:ext cx="164592" cy="53949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DBC7149C-D93E-974A-AB9B-2E468F322248}"/>
                </a:ext>
              </a:extLst>
            </p:cNvPr>
            <p:cNvSpPr/>
            <p:nvPr/>
          </p:nvSpPr>
          <p:spPr>
            <a:xfrm>
              <a:off x="5826216" y="4392282"/>
              <a:ext cx="164592" cy="53949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BF84E766-E157-9140-9918-7AA84C3EBAE7}"/>
                </a:ext>
              </a:extLst>
            </p:cNvPr>
            <p:cNvSpPr/>
            <p:nvPr/>
          </p:nvSpPr>
          <p:spPr>
            <a:xfrm>
              <a:off x="5995108" y="4392282"/>
              <a:ext cx="164592" cy="539496"/>
            </a:xfrm>
            <a:prstGeom prst="rect">
              <a:avLst/>
            </a:prstGeom>
            <a:solidFill>
              <a:srgbClr val="93D1B0"/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086C3E76-4284-CE49-8F98-B3BA758D9336}"/>
                </a:ext>
              </a:extLst>
            </p:cNvPr>
            <p:cNvSpPr/>
            <p:nvPr/>
          </p:nvSpPr>
          <p:spPr>
            <a:xfrm>
              <a:off x="6164000" y="4392282"/>
              <a:ext cx="164592" cy="539496"/>
            </a:xfrm>
            <a:prstGeom prst="rect">
              <a:avLst/>
            </a:prstGeom>
            <a:solidFill>
              <a:srgbClr val="93D1B0"/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CD4CE150-2259-2841-9BDE-79888B865EB7}"/>
                </a:ext>
              </a:extLst>
            </p:cNvPr>
            <p:cNvSpPr/>
            <p:nvPr/>
          </p:nvSpPr>
          <p:spPr>
            <a:xfrm>
              <a:off x="6332892" y="4392282"/>
              <a:ext cx="164592" cy="539496"/>
            </a:xfrm>
            <a:prstGeom prst="rect">
              <a:avLst/>
            </a:prstGeom>
            <a:solidFill>
              <a:srgbClr val="93D1B0"/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B67DB550-A63B-B143-901C-D6EE78864098}"/>
                </a:ext>
              </a:extLst>
            </p:cNvPr>
            <p:cNvSpPr/>
            <p:nvPr/>
          </p:nvSpPr>
          <p:spPr>
            <a:xfrm>
              <a:off x="6501784" y="4392282"/>
              <a:ext cx="164592" cy="539496"/>
            </a:xfrm>
            <a:prstGeom prst="rect">
              <a:avLst/>
            </a:prstGeom>
            <a:solidFill>
              <a:srgbClr val="93D1B0"/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42424BB5-424F-F847-AF13-FC6146A59B9C}"/>
                </a:ext>
              </a:extLst>
            </p:cNvPr>
            <p:cNvSpPr/>
            <p:nvPr/>
          </p:nvSpPr>
          <p:spPr>
            <a:xfrm>
              <a:off x="6670676" y="4392282"/>
              <a:ext cx="164592" cy="539496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64A86791-1B91-5347-8877-E97BC5EC2F38}"/>
                </a:ext>
              </a:extLst>
            </p:cNvPr>
            <p:cNvSpPr/>
            <p:nvPr/>
          </p:nvSpPr>
          <p:spPr>
            <a:xfrm>
              <a:off x="6839568" y="4392282"/>
              <a:ext cx="164592" cy="539496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9EA352D9-0E1D-1040-B1BA-34C57EC2C70C}"/>
                </a:ext>
              </a:extLst>
            </p:cNvPr>
            <p:cNvSpPr/>
            <p:nvPr/>
          </p:nvSpPr>
          <p:spPr>
            <a:xfrm>
              <a:off x="7008460" y="4392282"/>
              <a:ext cx="164592" cy="539496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59B18BFE-E6C0-A948-AC9E-448F0D50EE97}"/>
                </a:ext>
              </a:extLst>
            </p:cNvPr>
            <p:cNvSpPr/>
            <p:nvPr/>
          </p:nvSpPr>
          <p:spPr>
            <a:xfrm>
              <a:off x="7177352" y="4392282"/>
              <a:ext cx="164592" cy="539496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A9FA5425-C659-214E-A017-325D09D6C68C}"/>
                </a:ext>
              </a:extLst>
            </p:cNvPr>
            <p:cNvSpPr/>
            <p:nvPr/>
          </p:nvSpPr>
          <p:spPr>
            <a:xfrm>
              <a:off x="7346244" y="4392282"/>
              <a:ext cx="164592" cy="539496"/>
            </a:xfrm>
            <a:prstGeom prst="rect">
              <a:avLst/>
            </a:prstGeom>
            <a:solidFill>
              <a:srgbClr val="BBA3CD"/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4BB8651D-E7ED-A849-A132-0E94040426F7}"/>
                </a:ext>
              </a:extLst>
            </p:cNvPr>
            <p:cNvSpPr/>
            <p:nvPr/>
          </p:nvSpPr>
          <p:spPr>
            <a:xfrm>
              <a:off x="7515136" y="4392282"/>
              <a:ext cx="164592" cy="539496"/>
            </a:xfrm>
            <a:prstGeom prst="rect">
              <a:avLst/>
            </a:prstGeom>
            <a:solidFill>
              <a:srgbClr val="BBA3CD"/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3F7CA43F-1158-774A-A780-80BF0BA6936A}"/>
                </a:ext>
              </a:extLst>
            </p:cNvPr>
            <p:cNvSpPr/>
            <p:nvPr/>
          </p:nvSpPr>
          <p:spPr>
            <a:xfrm>
              <a:off x="7684028" y="4392282"/>
              <a:ext cx="164592" cy="539496"/>
            </a:xfrm>
            <a:prstGeom prst="rect">
              <a:avLst/>
            </a:prstGeom>
            <a:solidFill>
              <a:srgbClr val="BBA3CD"/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78648D04-5435-B548-A369-2B597C91AB58}"/>
                </a:ext>
              </a:extLst>
            </p:cNvPr>
            <p:cNvSpPr/>
            <p:nvPr/>
          </p:nvSpPr>
          <p:spPr>
            <a:xfrm>
              <a:off x="7852920" y="4392282"/>
              <a:ext cx="164592" cy="539496"/>
            </a:xfrm>
            <a:prstGeom prst="rect">
              <a:avLst/>
            </a:prstGeom>
            <a:solidFill>
              <a:srgbClr val="BBA3CD"/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4CE846AE-B18A-CF40-9DB0-B7EDDE1F4162}"/>
                </a:ext>
              </a:extLst>
            </p:cNvPr>
            <p:cNvSpPr/>
            <p:nvPr/>
          </p:nvSpPr>
          <p:spPr>
            <a:xfrm>
              <a:off x="8021812" y="4392282"/>
              <a:ext cx="164592" cy="539496"/>
            </a:xfrm>
            <a:prstGeom prst="rect">
              <a:avLst/>
            </a:prstGeom>
            <a:solidFill>
              <a:srgbClr val="CCBAD9"/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D59B13BC-14D5-5943-9F46-5E2E88FA4316}"/>
                </a:ext>
              </a:extLst>
            </p:cNvPr>
            <p:cNvSpPr/>
            <p:nvPr/>
          </p:nvSpPr>
          <p:spPr>
            <a:xfrm>
              <a:off x="8190704" y="4392282"/>
              <a:ext cx="164592" cy="539496"/>
            </a:xfrm>
            <a:prstGeom prst="rect">
              <a:avLst/>
            </a:prstGeom>
            <a:solidFill>
              <a:srgbClr val="CCBAD9"/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89E18A5F-FBA2-9B4D-B018-6F81EB25951E}"/>
                </a:ext>
              </a:extLst>
            </p:cNvPr>
            <p:cNvSpPr/>
            <p:nvPr/>
          </p:nvSpPr>
          <p:spPr>
            <a:xfrm>
              <a:off x="8359596" y="4392282"/>
              <a:ext cx="164592" cy="539496"/>
            </a:xfrm>
            <a:prstGeom prst="rect">
              <a:avLst/>
            </a:prstGeom>
            <a:solidFill>
              <a:srgbClr val="CCBAD9"/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F7D1EF30-961C-5248-9C41-E3A94728DE38}"/>
                </a:ext>
              </a:extLst>
            </p:cNvPr>
            <p:cNvSpPr/>
            <p:nvPr/>
          </p:nvSpPr>
          <p:spPr>
            <a:xfrm>
              <a:off x="8528488" y="4392282"/>
              <a:ext cx="164592" cy="539496"/>
            </a:xfrm>
            <a:prstGeom prst="rect">
              <a:avLst/>
            </a:prstGeom>
            <a:solidFill>
              <a:srgbClr val="CCBAD9"/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AB76CAC7-103E-9141-9A22-686B328F2568}"/>
                </a:ext>
              </a:extLst>
            </p:cNvPr>
            <p:cNvSpPr/>
            <p:nvPr/>
          </p:nvSpPr>
          <p:spPr>
            <a:xfrm>
              <a:off x="8697380" y="4392282"/>
              <a:ext cx="164592" cy="539496"/>
            </a:xfrm>
            <a:prstGeom prst="rect">
              <a:avLst/>
            </a:prstGeom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F5B64E94-8711-704B-9EB3-F16516C249F9}"/>
                </a:ext>
              </a:extLst>
            </p:cNvPr>
            <p:cNvSpPr/>
            <p:nvPr/>
          </p:nvSpPr>
          <p:spPr>
            <a:xfrm>
              <a:off x="8866272" y="4392282"/>
              <a:ext cx="164592" cy="539496"/>
            </a:xfrm>
            <a:prstGeom prst="rect">
              <a:avLst/>
            </a:prstGeom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50FDDB3A-C130-CF4F-A929-C5E40F80312B}"/>
                </a:ext>
              </a:extLst>
            </p:cNvPr>
            <p:cNvSpPr/>
            <p:nvPr/>
          </p:nvSpPr>
          <p:spPr>
            <a:xfrm>
              <a:off x="9035146" y="4392282"/>
              <a:ext cx="164592" cy="539496"/>
            </a:xfrm>
            <a:prstGeom prst="rect">
              <a:avLst/>
            </a:prstGeom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C2757EAC-EE08-234C-981D-95AF692AAF2A}"/>
                </a:ext>
              </a:extLst>
            </p:cNvPr>
            <p:cNvSpPr/>
            <p:nvPr/>
          </p:nvSpPr>
          <p:spPr>
            <a:xfrm rot="5400000">
              <a:off x="838620" y="4392282"/>
              <a:ext cx="164592" cy="53949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0555BB36-A6F6-4440-AE87-C650489A92A6}"/>
                </a:ext>
              </a:extLst>
            </p:cNvPr>
            <p:cNvSpPr/>
            <p:nvPr/>
          </p:nvSpPr>
          <p:spPr>
            <a:xfrm rot="5400000">
              <a:off x="2193285" y="4392282"/>
              <a:ext cx="164592" cy="53949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FACC827C-12F4-AD44-9332-22984FF7E622}"/>
                </a:ext>
              </a:extLst>
            </p:cNvPr>
            <p:cNvSpPr/>
            <p:nvPr/>
          </p:nvSpPr>
          <p:spPr>
            <a:xfrm rot="5400000">
              <a:off x="7637352" y="4392282"/>
              <a:ext cx="164592" cy="539496"/>
            </a:xfrm>
            <a:prstGeom prst="rect">
              <a:avLst/>
            </a:prstGeom>
            <a:solidFill>
              <a:srgbClr val="BBA3C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F98C09D0-7532-4D4D-8F52-BFD52C74CA0A}"/>
                </a:ext>
              </a:extLst>
            </p:cNvPr>
            <p:cNvSpPr/>
            <p:nvPr/>
          </p:nvSpPr>
          <p:spPr>
            <a:xfrm rot="5400000">
              <a:off x="1502334" y="4401522"/>
              <a:ext cx="164592" cy="53949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1941261E-FB9E-FF4D-8CF6-E8ADDD3E1F3D}"/>
                </a:ext>
              </a:extLst>
            </p:cNvPr>
            <p:cNvSpPr/>
            <p:nvPr/>
          </p:nvSpPr>
          <p:spPr>
            <a:xfrm rot="5400000">
              <a:off x="2890867" y="4401522"/>
              <a:ext cx="164592" cy="53949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4C2E01A0-2939-0644-B3CC-CE10037F95D1}"/>
                </a:ext>
              </a:extLst>
            </p:cNvPr>
            <p:cNvSpPr/>
            <p:nvPr/>
          </p:nvSpPr>
          <p:spPr>
            <a:xfrm rot="5400000">
              <a:off x="8275667" y="4401522"/>
              <a:ext cx="164592" cy="539496"/>
            </a:xfrm>
            <a:prstGeom prst="rect">
              <a:avLst/>
            </a:prstGeom>
            <a:solidFill>
              <a:srgbClr val="CCBA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9A42F3FA-6005-2542-B77D-2986CD399760}"/>
                </a:ext>
              </a:extLst>
            </p:cNvPr>
            <p:cNvSpPr/>
            <p:nvPr/>
          </p:nvSpPr>
          <p:spPr>
            <a:xfrm>
              <a:off x="634211" y="4572015"/>
              <a:ext cx="595355" cy="16158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 defTabSz="609585"/>
              <a:r>
                <a:rPr lang="en-US" sz="800">
                  <a:solidFill>
                    <a:srgbClr val="001C3D"/>
                  </a:solidFill>
                  <a:latin typeface="Monaco" pitchFamily="2" charset="77"/>
                  <a:cs typeface="Courier New" panose="02070309020205020404" pitchFamily="49" charset="0"/>
                </a:rPr>
                <a:t>field(1,1)</a:t>
              </a:r>
              <a:endParaRPr lang="en-US" sz="800">
                <a:solidFill>
                  <a:srgbClr val="001C3D"/>
                </a:solidFill>
                <a:latin typeface="Monaco" pitchFamily="2" charset="77"/>
              </a:endParaRPr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984F6894-CB04-414F-AB5B-56323086000E}"/>
                </a:ext>
              </a:extLst>
            </p:cNvPr>
            <p:cNvSpPr/>
            <p:nvPr/>
          </p:nvSpPr>
          <p:spPr>
            <a:xfrm>
              <a:off x="1303077" y="4572015"/>
              <a:ext cx="595355" cy="16158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 defTabSz="609585"/>
              <a:r>
                <a:rPr lang="en-US" sz="800">
                  <a:solidFill>
                    <a:srgbClr val="001C3D"/>
                  </a:solidFill>
                  <a:latin typeface="Monaco" pitchFamily="2" charset="77"/>
                  <a:cs typeface="Courier New" panose="02070309020205020404" pitchFamily="49" charset="0"/>
                </a:rPr>
                <a:t>field(2,1)</a:t>
              </a:r>
              <a:endParaRPr lang="en-US" sz="800">
                <a:solidFill>
                  <a:srgbClr val="001C3D"/>
                </a:solidFill>
                <a:latin typeface="Monaco" pitchFamily="2" charset="77"/>
              </a:endParaRPr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12BBE632-5FC1-4847-9E32-70748F03A175}"/>
                </a:ext>
              </a:extLst>
            </p:cNvPr>
            <p:cNvSpPr/>
            <p:nvPr/>
          </p:nvSpPr>
          <p:spPr>
            <a:xfrm>
              <a:off x="2643368" y="4572015"/>
              <a:ext cx="641041" cy="16158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 defTabSz="609585"/>
              <a:r>
                <a:rPr lang="en-US" sz="800">
                  <a:solidFill>
                    <a:srgbClr val="001C3D"/>
                  </a:solidFill>
                  <a:latin typeface="Monaco" pitchFamily="2" charset="77"/>
                  <a:cs typeface="Courier New" panose="02070309020205020404" pitchFamily="49" charset="0"/>
                </a:rPr>
                <a:t>field(nx,1)</a:t>
              </a:r>
              <a:endParaRPr lang="en-US" sz="800">
                <a:solidFill>
                  <a:srgbClr val="001C3D"/>
                </a:solidFill>
                <a:latin typeface="Monaco" pitchFamily="2" charset="77"/>
              </a:endParaRPr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F1BAF83F-1E39-E84E-97FE-B4AC3B596060}"/>
                </a:ext>
              </a:extLst>
            </p:cNvPr>
            <p:cNvSpPr/>
            <p:nvPr/>
          </p:nvSpPr>
          <p:spPr>
            <a:xfrm>
              <a:off x="8034510" y="4580482"/>
              <a:ext cx="686726" cy="16158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 defTabSz="609585"/>
              <a:r>
                <a:rPr lang="en-US" sz="800">
                  <a:solidFill>
                    <a:srgbClr val="001C3D"/>
                  </a:solidFill>
                  <a:latin typeface="Monaco" pitchFamily="2" charset="77"/>
                  <a:cs typeface="Courier New" panose="02070309020205020404" pitchFamily="49" charset="0"/>
                </a:rPr>
                <a:t>field(nx,ny)</a:t>
              </a:r>
              <a:endParaRPr lang="en-US" sz="800">
                <a:solidFill>
                  <a:srgbClr val="001C3D"/>
                </a:solidFill>
                <a:latin typeface="Monaco" pitchFamily="2" charset="77"/>
              </a:endParaRPr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0C114E31-E26F-584A-B9BA-949CA7D9085D}"/>
                </a:ext>
              </a:extLst>
            </p:cNvPr>
            <p:cNvSpPr/>
            <p:nvPr/>
          </p:nvSpPr>
          <p:spPr>
            <a:xfrm>
              <a:off x="7297959" y="4580482"/>
              <a:ext cx="778097" cy="16158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 defTabSz="609585"/>
              <a:r>
                <a:rPr lang="en-US" sz="800">
                  <a:solidFill>
                    <a:srgbClr val="001C3D"/>
                  </a:solidFill>
                  <a:latin typeface="Monaco" pitchFamily="2" charset="77"/>
                  <a:cs typeface="Courier New" panose="02070309020205020404" pitchFamily="49" charset="0"/>
                </a:rPr>
                <a:t>field(nx-1,ny)</a:t>
              </a:r>
              <a:endParaRPr lang="en-US" sz="800">
                <a:solidFill>
                  <a:srgbClr val="001C3D"/>
                </a:solidFill>
                <a:latin typeface="Monaco" pitchFamily="2" charset="77"/>
              </a:endParaRPr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2980A825-E09F-7A48-9D5A-8545584105D6}"/>
                </a:ext>
              </a:extLst>
            </p:cNvPr>
            <p:cNvSpPr/>
            <p:nvPr/>
          </p:nvSpPr>
          <p:spPr>
            <a:xfrm rot="5400000">
              <a:off x="6929469" y="4401522"/>
              <a:ext cx="164592" cy="539496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30B35C34-C17B-3B4E-B179-E25ED837E014}"/>
                </a:ext>
              </a:extLst>
            </p:cNvPr>
            <p:cNvSpPr/>
            <p:nvPr/>
          </p:nvSpPr>
          <p:spPr>
            <a:xfrm rot="5400000">
              <a:off x="3556421" y="4392282"/>
              <a:ext cx="164592" cy="53949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54C48467-D616-674D-9E78-D66B54115BA9}"/>
                </a:ext>
              </a:extLst>
            </p:cNvPr>
            <p:cNvSpPr/>
            <p:nvPr/>
          </p:nvSpPr>
          <p:spPr>
            <a:xfrm>
              <a:off x="2122851" y="4529680"/>
              <a:ext cx="322445" cy="19240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 defTabSz="609585"/>
              <a:r>
                <a:rPr lang="en-US" sz="1067">
                  <a:solidFill>
                    <a:srgbClr val="001C3D"/>
                  </a:solidFill>
                  <a:latin typeface="Monaco" pitchFamily="2" charset="77"/>
                </a:rPr>
                <a:t>...</a:t>
              </a:r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AE9A5930-01F5-264D-A69D-D5E0ED52EC85}"/>
                </a:ext>
              </a:extLst>
            </p:cNvPr>
            <p:cNvSpPr/>
            <p:nvPr/>
          </p:nvSpPr>
          <p:spPr>
            <a:xfrm>
              <a:off x="6858198" y="4529680"/>
              <a:ext cx="322445" cy="19240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 defTabSz="609585"/>
              <a:r>
                <a:rPr lang="en-US" sz="1067">
                  <a:solidFill>
                    <a:srgbClr val="001C3D"/>
                  </a:solidFill>
                  <a:latin typeface="Monaco" pitchFamily="2" charset="77"/>
                </a:rPr>
                <a:t>...</a:t>
              </a:r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B563F4A0-0D75-454B-A6A7-7C69BD5F53E4}"/>
                </a:ext>
              </a:extLst>
            </p:cNvPr>
            <p:cNvSpPr/>
            <p:nvPr/>
          </p:nvSpPr>
          <p:spPr>
            <a:xfrm>
              <a:off x="3326612" y="4572015"/>
              <a:ext cx="595355" cy="16158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 defTabSz="609585"/>
              <a:r>
                <a:rPr lang="en-US" sz="800">
                  <a:solidFill>
                    <a:srgbClr val="001C3D"/>
                  </a:solidFill>
                  <a:latin typeface="Monaco" pitchFamily="2" charset="77"/>
                  <a:cs typeface="Courier New" panose="02070309020205020404" pitchFamily="49" charset="0"/>
                </a:rPr>
                <a:t>field(1,2)</a:t>
              </a:r>
              <a:endParaRPr lang="en-US" sz="800">
                <a:solidFill>
                  <a:srgbClr val="001C3D"/>
                </a:solidFill>
                <a:latin typeface="Monaco" pitchFamily="2" charset="77"/>
              </a:endParaRPr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9E9E8808-D071-2245-B3A6-1CDDB57D33ED}"/>
                </a:ext>
              </a:extLst>
            </p:cNvPr>
            <p:cNvSpPr/>
            <p:nvPr/>
          </p:nvSpPr>
          <p:spPr>
            <a:xfrm rot="5400000">
              <a:off x="4199888" y="4392282"/>
              <a:ext cx="164592" cy="53949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2C420DBD-3168-9246-951A-9ADF2E8006F3}"/>
                </a:ext>
              </a:extLst>
            </p:cNvPr>
            <p:cNvSpPr/>
            <p:nvPr/>
          </p:nvSpPr>
          <p:spPr>
            <a:xfrm rot="5400000">
              <a:off x="5563021" y="4392282"/>
              <a:ext cx="164592" cy="53949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40C3E070-E7A2-FD4E-A6BB-D6CC32FFF526}"/>
                </a:ext>
              </a:extLst>
            </p:cNvPr>
            <p:cNvSpPr/>
            <p:nvPr/>
          </p:nvSpPr>
          <p:spPr>
            <a:xfrm>
              <a:off x="3995478" y="4572015"/>
              <a:ext cx="595355" cy="16158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 defTabSz="609585"/>
              <a:r>
                <a:rPr lang="en-US" sz="800">
                  <a:solidFill>
                    <a:srgbClr val="001C3D"/>
                  </a:solidFill>
                  <a:latin typeface="Monaco" pitchFamily="2" charset="77"/>
                  <a:cs typeface="Courier New" panose="02070309020205020404" pitchFamily="49" charset="0"/>
                </a:rPr>
                <a:t>field(2,2)</a:t>
              </a:r>
              <a:endParaRPr lang="en-US" sz="800">
                <a:solidFill>
                  <a:srgbClr val="001C3D"/>
                </a:solidFill>
                <a:latin typeface="Monaco" pitchFamily="2" charset="77"/>
              </a:endParaRPr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29790CA1-4EF1-0F4B-BA96-36AC2A2054E9}"/>
                </a:ext>
              </a:extLst>
            </p:cNvPr>
            <p:cNvSpPr/>
            <p:nvPr/>
          </p:nvSpPr>
          <p:spPr>
            <a:xfrm>
              <a:off x="5335767" y="4572015"/>
              <a:ext cx="641041" cy="16158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 defTabSz="609585"/>
              <a:r>
                <a:rPr lang="en-US" sz="800">
                  <a:solidFill>
                    <a:srgbClr val="001C3D"/>
                  </a:solidFill>
                  <a:latin typeface="Monaco" pitchFamily="2" charset="77"/>
                  <a:cs typeface="Courier New" panose="02070309020205020404" pitchFamily="49" charset="0"/>
                </a:rPr>
                <a:t>field(nx,2)</a:t>
              </a:r>
              <a:endParaRPr lang="en-US" sz="800">
                <a:solidFill>
                  <a:srgbClr val="001C3D"/>
                </a:solidFill>
                <a:latin typeface="Monaco" pitchFamily="2" charset="77"/>
              </a:endParaRPr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BD2FF494-9D1B-1F48-9627-46F11AFF1537}"/>
                </a:ext>
              </a:extLst>
            </p:cNvPr>
            <p:cNvSpPr/>
            <p:nvPr/>
          </p:nvSpPr>
          <p:spPr>
            <a:xfrm rot="5400000">
              <a:off x="4885685" y="4392282"/>
              <a:ext cx="164592" cy="53949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9B573D6D-EEBF-A64E-B01C-AADFABC1AC14}"/>
                </a:ext>
              </a:extLst>
            </p:cNvPr>
            <p:cNvSpPr/>
            <p:nvPr/>
          </p:nvSpPr>
          <p:spPr>
            <a:xfrm>
              <a:off x="4815251" y="4529680"/>
              <a:ext cx="322445" cy="19240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 defTabSz="609585"/>
              <a:r>
                <a:rPr lang="en-US" sz="1067">
                  <a:solidFill>
                    <a:srgbClr val="001C3D"/>
                  </a:solidFill>
                  <a:latin typeface="Monaco" pitchFamily="2" charset="77"/>
                </a:rPr>
                <a:t>...</a:t>
              </a:r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522ADE5D-FC53-9949-A386-846A726D1F38}"/>
                </a:ext>
              </a:extLst>
            </p:cNvPr>
            <p:cNvSpPr/>
            <p:nvPr/>
          </p:nvSpPr>
          <p:spPr>
            <a:xfrm rot="5400000">
              <a:off x="6257285" y="4392282"/>
              <a:ext cx="164592" cy="539496"/>
            </a:xfrm>
            <a:prstGeom prst="rect">
              <a:avLst/>
            </a:prstGeom>
            <a:solidFill>
              <a:srgbClr val="93D1B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03113406-B593-7942-93E5-2CF785C8093F}"/>
                </a:ext>
              </a:extLst>
            </p:cNvPr>
            <p:cNvSpPr/>
            <p:nvPr/>
          </p:nvSpPr>
          <p:spPr>
            <a:xfrm>
              <a:off x="6186851" y="4529680"/>
              <a:ext cx="322445" cy="19240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 defTabSz="609585"/>
              <a:r>
                <a:rPr lang="en-US" sz="1067">
                  <a:solidFill>
                    <a:srgbClr val="001C3D"/>
                  </a:solidFill>
                  <a:latin typeface="Monaco" pitchFamily="2" charset="77"/>
                </a:rPr>
                <a:t>...</a:t>
              </a:r>
            </a:p>
          </p:txBody>
        </p:sp>
        <p:sp>
          <p:nvSpPr>
            <p:cNvPr id="272" name="Rectangle 271">
              <a:extLst>
                <a:ext uri="{FF2B5EF4-FFF2-40B4-BE49-F238E27FC236}">
                  <a16:creationId xmlns:a16="http://schemas.microsoft.com/office/drawing/2014/main" id="{E184C0C9-1E4A-C448-A5A0-984914438BF2}"/>
                </a:ext>
              </a:extLst>
            </p:cNvPr>
            <p:cNvSpPr/>
            <p:nvPr/>
          </p:nvSpPr>
          <p:spPr>
            <a:xfrm>
              <a:off x="-761536" y="4392282"/>
              <a:ext cx="164592" cy="539496"/>
            </a:xfrm>
            <a:prstGeom prst="rect">
              <a:avLst/>
            </a:prstGeom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73" name="Rectangle 272">
              <a:extLst>
                <a:ext uri="{FF2B5EF4-FFF2-40B4-BE49-F238E27FC236}">
                  <a16:creationId xmlns:a16="http://schemas.microsoft.com/office/drawing/2014/main" id="{4CB1DB1F-5981-4047-8F05-42B1B66F7BE9}"/>
                </a:ext>
              </a:extLst>
            </p:cNvPr>
            <p:cNvSpPr/>
            <p:nvPr/>
          </p:nvSpPr>
          <p:spPr>
            <a:xfrm>
              <a:off x="-592644" y="4392282"/>
              <a:ext cx="164592" cy="539496"/>
            </a:xfrm>
            <a:prstGeom prst="rect">
              <a:avLst/>
            </a:prstGeom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74" name="Rectangle 273">
              <a:extLst>
                <a:ext uri="{FF2B5EF4-FFF2-40B4-BE49-F238E27FC236}">
                  <a16:creationId xmlns:a16="http://schemas.microsoft.com/office/drawing/2014/main" id="{EC62B4D1-8F95-0F40-A169-CA7FFA5507F0}"/>
                </a:ext>
              </a:extLst>
            </p:cNvPr>
            <p:cNvSpPr/>
            <p:nvPr/>
          </p:nvSpPr>
          <p:spPr>
            <a:xfrm>
              <a:off x="-423753" y="4392282"/>
              <a:ext cx="164592" cy="539496"/>
            </a:xfrm>
            <a:prstGeom prst="rect">
              <a:avLst/>
            </a:prstGeom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75" name="Rectangle 274">
              <a:extLst>
                <a:ext uri="{FF2B5EF4-FFF2-40B4-BE49-F238E27FC236}">
                  <a16:creationId xmlns:a16="http://schemas.microsoft.com/office/drawing/2014/main" id="{02686266-1835-A142-8152-85BBA0CAA390}"/>
                </a:ext>
              </a:extLst>
            </p:cNvPr>
            <p:cNvSpPr/>
            <p:nvPr/>
          </p:nvSpPr>
          <p:spPr>
            <a:xfrm>
              <a:off x="-254860" y="4392282"/>
              <a:ext cx="164592" cy="539496"/>
            </a:xfrm>
            <a:prstGeom prst="rect">
              <a:avLst/>
            </a:prstGeom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76" name="Rectangle 275">
              <a:extLst>
                <a:ext uri="{FF2B5EF4-FFF2-40B4-BE49-F238E27FC236}">
                  <a16:creationId xmlns:a16="http://schemas.microsoft.com/office/drawing/2014/main" id="{F17329E6-188A-0C44-9D9B-D02C706C5205}"/>
                </a:ext>
              </a:extLst>
            </p:cNvPr>
            <p:cNvSpPr/>
            <p:nvPr/>
          </p:nvSpPr>
          <p:spPr>
            <a:xfrm>
              <a:off x="9197828" y="4392282"/>
              <a:ext cx="164592" cy="539496"/>
            </a:xfrm>
            <a:prstGeom prst="rect">
              <a:avLst/>
            </a:prstGeom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77" name="Rectangle 276">
              <a:extLst>
                <a:ext uri="{FF2B5EF4-FFF2-40B4-BE49-F238E27FC236}">
                  <a16:creationId xmlns:a16="http://schemas.microsoft.com/office/drawing/2014/main" id="{FA2D94FC-1060-B24E-BEA1-ED3C3A7EBBAE}"/>
                </a:ext>
              </a:extLst>
            </p:cNvPr>
            <p:cNvSpPr/>
            <p:nvPr/>
          </p:nvSpPr>
          <p:spPr>
            <a:xfrm>
              <a:off x="9366720" y="4392282"/>
              <a:ext cx="164592" cy="539496"/>
            </a:xfrm>
            <a:prstGeom prst="rect">
              <a:avLst/>
            </a:prstGeom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78" name="Rectangle 277">
              <a:extLst>
                <a:ext uri="{FF2B5EF4-FFF2-40B4-BE49-F238E27FC236}">
                  <a16:creationId xmlns:a16="http://schemas.microsoft.com/office/drawing/2014/main" id="{9B700A11-A844-F445-9B0E-5183A01F8F9B}"/>
                </a:ext>
              </a:extLst>
            </p:cNvPr>
            <p:cNvSpPr/>
            <p:nvPr/>
          </p:nvSpPr>
          <p:spPr>
            <a:xfrm>
              <a:off x="9535594" y="4392282"/>
              <a:ext cx="164592" cy="539496"/>
            </a:xfrm>
            <a:prstGeom prst="rect">
              <a:avLst/>
            </a:prstGeom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79" name="Rectangle 278">
              <a:extLst>
                <a:ext uri="{FF2B5EF4-FFF2-40B4-BE49-F238E27FC236}">
                  <a16:creationId xmlns:a16="http://schemas.microsoft.com/office/drawing/2014/main" id="{5F0D59D0-6827-2145-8FB4-A06EEF52704E}"/>
                </a:ext>
              </a:extLst>
            </p:cNvPr>
            <p:cNvSpPr/>
            <p:nvPr/>
          </p:nvSpPr>
          <p:spPr>
            <a:xfrm>
              <a:off x="9698276" y="4392282"/>
              <a:ext cx="164592" cy="539496"/>
            </a:xfrm>
            <a:prstGeom prst="rect">
              <a:avLst/>
            </a:prstGeom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80" name="Rectangle 279">
              <a:extLst>
                <a:ext uri="{FF2B5EF4-FFF2-40B4-BE49-F238E27FC236}">
                  <a16:creationId xmlns:a16="http://schemas.microsoft.com/office/drawing/2014/main" id="{3D131483-671A-3346-88B7-B5A1F660F775}"/>
                </a:ext>
              </a:extLst>
            </p:cNvPr>
            <p:cNvSpPr/>
            <p:nvPr/>
          </p:nvSpPr>
          <p:spPr>
            <a:xfrm>
              <a:off x="9867169" y="4392282"/>
              <a:ext cx="164592" cy="539496"/>
            </a:xfrm>
            <a:prstGeom prst="rect">
              <a:avLst/>
            </a:prstGeom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81" name="Rectangle 280">
              <a:extLst>
                <a:ext uri="{FF2B5EF4-FFF2-40B4-BE49-F238E27FC236}">
                  <a16:creationId xmlns:a16="http://schemas.microsoft.com/office/drawing/2014/main" id="{9BEF150B-065E-204E-9060-10074AAA4F4C}"/>
                </a:ext>
              </a:extLst>
            </p:cNvPr>
            <p:cNvSpPr/>
            <p:nvPr/>
          </p:nvSpPr>
          <p:spPr>
            <a:xfrm>
              <a:off x="10036043" y="4392282"/>
              <a:ext cx="164592" cy="539496"/>
            </a:xfrm>
            <a:prstGeom prst="rect">
              <a:avLst/>
            </a:prstGeom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FAFED02D-2B7D-474F-8AFC-269B1CE7F1E1}"/>
              </a:ext>
            </a:extLst>
          </p:cNvPr>
          <p:cNvSpPr txBox="1"/>
          <p:nvPr/>
        </p:nvSpPr>
        <p:spPr>
          <a:xfrm>
            <a:off x="7798851" y="1541600"/>
            <a:ext cx="243978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09585"/>
            <a:r>
              <a:rPr lang="en-US" sz="1867" b="1">
                <a:solidFill>
                  <a:srgbClr val="001C3D"/>
                </a:solidFill>
                <a:latin typeface="Calibri"/>
              </a:rPr>
              <a:t>i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4477838-50D5-5945-B8F5-FB4F0F86CF3B}"/>
              </a:ext>
            </a:extLst>
          </p:cNvPr>
          <p:cNvGrpSpPr/>
          <p:nvPr/>
        </p:nvGrpSpPr>
        <p:grpSpPr>
          <a:xfrm>
            <a:off x="6887342" y="1235449"/>
            <a:ext cx="4850734" cy="498143"/>
            <a:chOff x="3908206" y="926587"/>
            <a:chExt cx="3638051" cy="373608"/>
          </a:xfrm>
        </p:grpSpPr>
        <p:sp>
          <p:nvSpPr>
            <p:cNvPr id="249" name="Rectangle 248">
              <a:extLst>
                <a:ext uri="{FF2B5EF4-FFF2-40B4-BE49-F238E27FC236}">
                  <a16:creationId xmlns:a16="http://schemas.microsoft.com/office/drawing/2014/main" id="{4B6E51E3-5C76-AA46-BD74-F2EE70CF3196}"/>
                </a:ext>
              </a:extLst>
            </p:cNvPr>
            <p:cNvSpPr/>
            <p:nvPr/>
          </p:nvSpPr>
          <p:spPr>
            <a:xfrm rot="10800000">
              <a:off x="5254075" y="997762"/>
              <a:ext cx="192485" cy="19248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50" name="Rectangle 249">
              <a:extLst>
                <a:ext uri="{FF2B5EF4-FFF2-40B4-BE49-F238E27FC236}">
                  <a16:creationId xmlns:a16="http://schemas.microsoft.com/office/drawing/2014/main" id="{60C7AB25-D140-AE47-9239-63E10DCC710B}"/>
                </a:ext>
              </a:extLst>
            </p:cNvPr>
            <p:cNvSpPr/>
            <p:nvPr/>
          </p:nvSpPr>
          <p:spPr>
            <a:xfrm>
              <a:off x="3908206" y="997654"/>
              <a:ext cx="192485" cy="19248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51" name="Rectangle 250">
              <a:extLst>
                <a:ext uri="{FF2B5EF4-FFF2-40B4-BE49-F238E27FC236}">
                  <a16:creationId xmlns:a16="http://schemas.microsoft.com/office/drawing/2014/main" id="{BC099684-A108-F14F-8E20-1A2381335D8C}"/>
                </a:ext>
              </a:extLst>
            </p:cNvPr>
            <p:cNvSpPr/>
            <p:nvPr/>
          </p:nvSpPr>
          <p:spPr>
            <a:xfrm>
              <a:off x="4100691" y="997654"/>
              <a:ext cx="192485" cy="19248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3AA6C84B-04B5-FD4A-BA0F-7FCAE8A32A6D}"/>
                </a:ext>
              </a:extLst>
            </p:cNvPr>
            <p:cNvSpPr/>
            <p:nvPr/>
          </p:nvSpPr>
          <p:spPr>
            <a:xfrm>
              <a:off x="4291652" y="997654"/>
              <a:ext cx="192485" cy="19248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53" name="Rectangle 252">
              <a:extLst>
                <a:ext uri="{FF2B5EF4-FFF2-40B4-BE49-F238E27FC236}">
                  <a16:creationId xmlns:a16="http://schemas.microsoft.com/office/drawing/2014/main" id="{F0973DD3-4E8A-FF4B-90C0-E454EF326E77}"/>
                </a:ext>
              </a:extLst>
            </p:cNvPr>
            <p:cNvSpPr/>
            <p:nvPr/>
          </p:nvSpPr>
          <p:spPr>
            <a:xfrm>
              <a:off x="4484136" y="997654"/>
              <a:ext cx="192485" cy="19248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54" name="Rectangle 253">
              <a:extLst>
                <a:ext uri="{FF2B5EF4-FFF2-40B4-BE49-F238E27FC236}">
                  <a16:creationId xmlns:a16="http://schemas.microsoft.com/office/drawing/2014/main" id="{3D24329A-7AB2-BA41-84B6-B35BEB4AF04C}"/>
                </a:ext>
              </a:extLst>
            </p:cNvPr>
            <p:cNvSpPr/>
            <p:nvPr/>
          </p:nvSpPr>
          <p:spPr>
            <a:xfrm>
              <a:off x="4676621" y="997654"/>
              <a:ext cx="192485" cy="19248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55" name="Rectangle 254">
              <a:extLst>
                <a:ext uri="{FF2B5EF4-FFF2-40B4-BE49-F238E27FC236}">
                  <a16:creationId xmlns:a16="http://schemas.microsoft.com/office/drawing/2014/main" id="{6B57CEE9-5E22-314E-90E0-7C06E6F96D9A}"/>
                </a:ext>
              </a:extLst>
            </p:cNvPr>
            <p:cNvSpPr/>
            <p:nvPr/>
          </p:nvSpPr>
          <p:spPr>
            <a:xfrm>
              <a:off x="4869106" y="997654"/>
              <a:ext cx="192485" cy="19248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56" name="Rectangle 255">
              <a:extLst>
                <a:ext uri="{FF2B5EF4-FFF2-40B4-BE49-F238E27FC236}">
                  <a16:creationId xmlns:a16="http://schemas.microsoft.com/office/drawing/2014/main" id="{96BAFC4E-8709-4F4D-B64A-2A5748F40C6D}"/>
                </a:ext>
              </a:extLst>
            </p:cNvPr>
            <p:cNvSpPr/>
            <p:nvPr/>
          </p:nvSpPr>
          <p:spPr>
            <a:xfrm>
              <a:off x="5061590" y="997654"/>
              <a:ext cx="192485" cy="19248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A58D4E1D-8FDB-B94C-A3ED-BC78572DCABC}"/>
                </a:ext>
              </a:extLst>
            </p:cNvPr>
            <p:cNvCxnSpPr/>
            <p:nvPr/>
          </p:nvCxnSpPr>
          <p:spPr>
            <a:xfrm>
              <a:off x="3908465" y="1300195"/>
              <a:ext cx="731207" cy="0"/>
            </a:xfrm>
            <a:prstGeom prst="straightConnector1">
              <a:avLst/>
            </a:prstGeom>
            <a:ln>
              <a:solidFill>
                <a:srgbClr val="000000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F24E2B6-4520-7341-9782-AE1FC8D3CAA8}"/>
                </a:ext>
              </a:extLst>
            </p:cNvPr>
            <p:cNvSpPr/>
            <p:nvPr/>
          </p:nvSpPr>
          <p:spPr>
            <a:xfrm>
              <a:off x="5598416" y="926587"/>
              <a:ext cx="1947841" cy="25391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609585"/>
              <a:r>
                <a:rPr lang="en-US" sz="1600">
                  <a:solidFill>
                    <a:srgbClr val="001C3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Stride in i-direction is 4 bytes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8BA9D8ED-319E-17F6-85E3-FA6F0B3A7D86}"/>
              </a:ext>
            </a:extLst>
          </p:cNvPr>
          <p:cNvGrpSpPr/>
          <p:nvPr/>
        </p:nvGrpSpPr>
        <p:grpSpPr>
          <a:xfrm rot="16200000" flipH="1" flipV="1">
            <a:off x="6887472" y="3196712"/>
            <a:ext cx="2051141" cy="2059188"/>
            <a:chOff x="6887472" y="3027896"/>
            <a:chExt cx="2051141" cy="2059188"/>
          </a:xfrm>
        </p:grpSpPr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3BFD1F91-7613-4440-9DD4-3E46CD2B6E89}"/>
                </a:ext>
              </a:extLst>
            </p:cNvPr>
            <p:cNvSpPr/>
            <p:nvPr/>
          </p:nvSpPr>
          <p:spPr>
            <a:xfrm rot="10800000">
              <a:off x="8681966" y="4311420"/>
              <a:ext cx="256647" cy="256647"/>
            </a:xfrm>
            <a:prstGeom prst="rect">
              <a:avLst/>
            </a:prstGeom>
            <a:solidFill>
              <a:srgbClr val="C2E7D4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DAB3DA41-FB29-214B-BB35-FD3C8A56D5DE}"/>
                </a:ext>
              </a:extLst>
            </p:cNvPr>
            <p:cNvSpPr/>
            <p:nvPr/>
          </p:nvSpPr>
          <p:spPr>
            <a:xfrm rot="10800000">
              <a:off x="8425319" y="4311396"/>
              <a:ext cx="256647" cy="256647"/>
            </a:xfrm>
            <a:prstGeom prst="rect">
              <a:avLst/>
            </a:prstGeom>
            <a:solidFill>
              <a:srgbClr val="93D1B0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89BD74C9-0DB8-504F-8465-4B5841F059C8}"/>
                </a:ext>
              </a:extLst>
            </p:cNvPr>
            <p:cNvSpPr/>
            <p:nvPr/>
          </p:nvSpPr>
          <p:spPr>
            <a:xfrm rot="10800000">
              <a:off x="8168674" y="4311396"/>
              <a:ext cx="256647" cy="256647"/>
            </a:xfrm>
            <a:prstGeom prst="rect">
              <a:avLst/>
            </a:prstGeom>
            <a:solidFill>
              <a:srgbClr val="C2E7D4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80A1E9A0-2CFA-4846-B946-D6F3DAF099DB}"/>
                </a:ext>
              </a:extLst>
            </p:cNvPr>
            <p:cNvSpPr/>
            <p:nvPr/>
          </p:nvSpPr>
          <p:spPr>
            <a:xfrm rot="10800000">
              <a:off x="7912027" y="4311396"/>
              <a:ext cx="256647" cy="256647"/>
            </a:xfrm>
            <a:prstGeom prst="rect">
              <a:avLst/>
            </a:prstGeom>
            <a:solidFill>
              <a:srgbClr val="93D1B0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07025915-C1C0-1742-B2C5-50E2EB0364E3}"/>
                </a:ext>
              </a:extLst>
            </p:cNvPr>
            <p:cNvSpPr/>
            <p:nvPr/>
          </p:nvSpPr>
          <p:spPr>
            <a:xfrm rot="10800000">
              <a:off x="7655380" y="4311396"/>
              <a:ext cx="256647" cy="256647"/>
            </a:xfrm>
            <a:prstGeom prst="rect">
              <a:avLst/>
            </a:prstGeom>
            <a:solidFill>
              <a:srgbClr val="C2E7D4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9D666126-1046-A143-A791-F9C6E89A1D0D}"/>
                </a:ext>
              </a:extLst>
            </p:cNvPr>
            <p:cNvSpPr/>
            <p:nvPr/>
          </p:nvSpPr>
          <p:spPr>
            <a:xfrm rot="10800000">
              <a:off x="8681964" y="4054814"/>
              <a:ext cx="256647" cy="25664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0000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C4F1D5FF-7C78-2E4A-B9D2-7E9016CFDC31}"/>
                </a:ext>
              </a:extLst>
            </p:cNvPr>
            <p:cNvSpPr/>
            <p:nvPr/>
          </p:nvSpPr>
          <p:spPr>
            <a:xfrm rot="10800000">
              <a:off x="8425318" y="4054770"/>
              <a:ext cx="256647" cy="25664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0000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79DB4552-E163-E748-9482-1A46EF66CAAD}"/>
                </a:ext>
              </a:extLst>
            </p:cNvPr>
            <p:cNvSpPr/>
            <p:nvPr/>
          </p:nvSpPr>
          <p:spPr>
            <a:xfrm rot="10800000">
              <a:off x="8168672" y="4054770"/>
              <a:ext cx="256647" cy="25664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0000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56F128BB-AB49-FE42-9F0F-C69D99688195}"/>
                </a:ext>
              </a:extLst>
            </p:cNvPr>
            <p:cNvSpPr/>
            <p:nvPr/>
          </p:nvSpPr>
          <p:spPr>
            <a:xfrm rot="10800000">
              <a:off x="7912026" y="4054770"/>
              <a:ext cx="256647" cy="25664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0000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265015A7-4070-4D43-BF18-BD1E4D94912A}"/>
                </a:ext>
              </a:extLst>
            </p:cNvPr>
            <p:cNvSpPr/>
            <p:nvPr/>
          </p:nvSpPr>
          <p:spPr>
            <a:xfrm rot="10800000">
              <a:off x="7655379" y="4054770"/>
              <a:ext cx="256647" cy="25664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0000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8EA58D31-997E-E84A-8380-A05FD17C6FFE}"/>
                </a:ext>
              </a:extLst>
            </p:cNvPr>
            <p:cNvSpPr/>
            <p:nvPr/>
          </p:nvSpPr>
          <p:spPr>
            <a:xfrm rot="10800000">
              <a:off x="8681964" y="3798209"/>
              <a:ext cx="256647" cy="25664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0000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6405A4C6-0615-9645-A19A-467F605CDEC1}"/>
                </a:ext>
              </a:extLst>
            </p:cNvPr>
            <p:cNvSpPr/>
            <p:nvPr/>
          </p:nvSpPr>
          <p:spPr>
            <a:xfrm rot="10800000">
              <a:off x="8681964" y="3541604"/>
              <a:ext cx="256647" cy="25664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0000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A2C6B245-5264-EE45-9551-7F4AED56EDD7}"/>
                </a:ext>
              </a:extLst>
            </p:cNvPr>
            <p:cNvSpPr/>
            <p:nvPr/>
          </p:nvSpPr>
          <p:spPr>
            <a:xfrm rot="10800000">
              <a:off x="8681964" y="3284998"/>
              <a:ext cx="256647" cy="25664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0000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6C59EF49-4ED2-E044-95DB-B7F213AA4280}"/>
                </a:ext>
              </a:extLst>
            </p:cNvPr>
            <p:cNvSpPr/>
            <p:nvPr/>
          </p:nvSpPr>
          <p:spPr>
            <a:xfrm rot="10800000">
              <a:off x="7398735" y="4311396"/>
              <a:ext cx="256647" cy="256647"/>
            </a:xfrm>
            <a:prstGeom prst="rect">
              <a:avLst/>
            </a:prstGeom>
            <a:solidFill>
              <a:srgbClr val="93D1B0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86DC068D-BFA6-4C40-BE21-12AB3E2DDE64}"/>
                </a:ext>
              </a:extLst>
            </p:cNvPr>
            <p:cNvSpPr/>
            <p:nvPr/>
          </p:nvSpPr>
          <p:spPr>
            <a:xfrm rot="10800000">
              <a:off x="7398734" y="4054770"/>
              <a:ext cx="256647" cy="25664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0000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4A0350B4-090A-304B-BE3A-E07B6638C8C3}"/>
                </a:ext>
              </a:extLst>
            </p:cNvPr>
            <p:cNvSpPr/>
            <p:nvPr/>
          </p:nvSpPr>
          <p:spPr>
            <a:xfrm rot="10800000">
              <a:off x="8681964" y="3028393"/>
              <a:ext cx="256647" cy="256647"/>
            </a:xfrm>
            <a:prstGeom prst="rect">
              <a:avLst/>
            </a:prstGeom>
            <a:solidFill>
              <a:srgbClr val="CCBAD9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CE8FCC1A-8CAA-BF44-AA9E-817935C99F82}"/>
                </a:ext>
              </a:extLst>
            </p:cNvPr>
            <p:cNvSpPr/>
            <p:nvPr/>
          </p:nvSpPr>
          <p:spPr>
            <a:xfrm rot="10800000">
              <a:off x="8681964" y="4830437"/>
              <a:ext cx="256647" cy="25664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69D14A9E-F217-834A-8C33-AF6742756B08}"/>
                </a:ext>
              </a:extLst>
            </p:cNvPr>
            <p:cNvSpPr/>
            <p:nvPr/>
          </p:nvSpPr>
          <p:spPr>
            <a:xfrm rot="10800000">
              <a:off x="7144120" y="4309156"/>
              <a:ext cx="256647" cy="256647"/>
            </a:xfrm>
            <a:prstGeom prst="rect">
              <a:avLst/>
            </a:prstGeom>
            <a:solidFill>
              <a:srgbClr val="C2E7D4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B646C13F-5B1B-7F4B-9E9F-7A05C29DEDE6}"/>
                </a:ext>
              </a:extLst>
            </p:cNvPr>
            <p:cNvSpPr/>
            <p:nvPr/>
          </p:nvSpPr>
          <p:spPr>
            <a:xfrm rot="10800000">
              <a:off x="6887474" y="4309156"/>
              <a:ext cx="256647" cy="256647"/>
            </a:xfrm>
            <a:prstGeom prst="rect">
              <a:avLst/>
            </a:prstGeom>
            <a:solidFill>
              <a:srgbClr val="93D1B0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51A01CA5-2023-3C43-8829-3E1CF14E73A5}"/>
                </a:ext>
              </a:extLst>
            </p:cNvPr>
            <p:cNvSpPr/>
            <p:nvPr/>
          </p:nvSpPr>
          <p:spPr>
            <a:xfrm rot="10800000">
              <a:off x="7144119" y="4052904"/>
              <a:ext cx="256647" cy="25664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0000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08EC63A1-DD4C-5E43-89AD-9C9E2F415914}"/>
                </a:ext>
              </a:extLst>
            </p:cNvPr>
            <p:cNvSpPr/>
            <p:nvPr/>
          </p:nvSpPr>
          <p:spPr>
            <a:xfrm rot="10800000">
              <a:off x="6887472" y="4052904"/>
              <a:ext cx="256647" cy="25664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0000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151451CA-292E-F74F-804E-487B8B46FCAF}"/>
                </a:ext>
              </a:extLst>
            </p:cNvPr>
            <p:cNvSpPr/>
            <p:nvPr/>
          </p:nvSpPr>
          <p:spPr>
            <a:xfrm>
              <a:off x="6887472" y="4830293"/>
              <a:ext cx="256647" cy="256647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2E92D573-5D33-1245-9D86-675E0802043B}"/>
                </a:ext>
              </a:extLst>
            </p:cNvPr>
            <p:cNvSpPr/>
            <p:nvPr/>
          </p:nvSpPr>
          <p:spPr>
            <a:xfrm>
              <a:off x="7144119" y="4830293"/>
              <a:ext cx="256647" cy="25664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DFB7A513-6699-F342-8DDF-5F81FBDA605C}"/>
                </a:ext>
              </a:extLst>
            </p:cNvPr>
            <p:cNvSpPr/>
            <p:nvPr/>
          </p:nvSpPr>
          <p:spPr>
            <a:xfrm>
              <a:off x="7398734" y="4830293"/>
              <a:ext cx="256647" cy="256647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845B72D5-BAC0-A64A-8A1C-BE190A480D87}"/>
                </a:ext>
              </a:extLst>
            </p:cNvPr>
            <p:cNvSpPr/>
            <p:nvPr/>
          </p:nvSpPr>
          <p:spPr>
            <a:xfrm>
              <a:off x="7655379" y="4830293"/>
              <a:ext cx="256647" cy="25664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3FAA39B8-2556-314E-920C-DE46B4484D07}"/>
                </a:ext>
              </a:extLst>
            </p:cNvPr>
            <p:cNvSpPr/>
            <p:nvPr/>
          </p:nvSpPr>
          <p:spPr>
            <a:xfrm>
              <a:off x="7912026" y="4830293"/>
              <a:ext cx="256647" cy="256647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1F1088F7-39CE-3E4C-81E0-7C0455261912}"/>
                </a:ext>
              </a:extLst>
            </p:cNvPr>
            <p:cNvSpPr/>
            <p:nvPr/>
          </p:nvSpPr>
          <p:spPr>
            <a:xfrm>
              <a:off x="8168672" y="4830293"/>
              <a:ext cx="256647" cy="25664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119CB6B6-7ACB-D848-A07B-E0630967ADD0}"/>
                </a:ext>
              </a:extLst>
            </p:cNvPr>
            <p:cNvSpPr/>
            <p:nvPr/>
          </p:nvSpPr>
          <p:spPr>
            <a:xfrm>
              <a:off x="6887472" y="3027896"/>
              <a:ext cx="256647" cy="256647"/>
            </a:xfrm>
            <a:prstGeom prst="rect">
              <a:avLst/>
            </a:prstGeom>
            <a:solidFill>
              <a:srgbClr val="BBA3C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5AC8EC2F-11C1-4A42-8AF7-62C4E5C805FC}"/>
                </a:ext>
              </a:extLst>
            </p:cNvPr>
            <p:cNvSpPr/>
            <p:nvPr/>
          </p:nvSpPr>
          <p:spPr>
            <a:xfrm>
              <a:off x="7144119" y="3027896"/>
              <a:ext cx="256647" cy="256647"/>
            </a:xfrm>
            <a:prstGeom prst="rect">
              <a:avLst/>
            </a:prstGeom>
            <a:solidFill>
              <a:srgbClr val="CCBAD9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E9660C49-AD91-E947-9119-7A4C87E31817}"/>
                </a:ext>
              </a:extLst>
            </p:cNvPr>
            <p:cNvSpPr/>
            <p:nvPr/>
          </p:nvSpPr>
          <p:spPr>
            <a:xfrm>
              <a:off x="7398734" y="3028269"/>
              <a:ext cx="256647" cy="256647"/>
            </a:xfrm>
            <a:prstGeom prst="rect">
              <a:avLst/>
            </a:prstGeom>
            <a:solidFill>
              <a:srgbClr val="BBA3C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72D251E3-0749-4843-9888-EEFBFA5ECFAD}"/>
                </a:ext>
              </a:extLst>
            </p:cNvPr>
            <p:cNvSpPr/>
            <p:nvPr/>
          </p:nvSpPr>
          <p:spPr>
            <a:xfrm>
              <a:off x="7655379" y="3028269"/>
              <a:ext cx="256647" cy="256647"/>
            </a:xfrm>
            <a:prstGeom prst="rect">
              <a:avLst/>
            </a:prstGeom>
            <a:solidFill>
              <a:srgbClr val="CCBAD9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0A9C2673-B0DA-6F43-9E43-2DC36B0C0CF7}"/>
                </a:ext>
              </a:extLst>
            </p:cNvPr>
            <p:cNvSpPr/>
            <p:nvPr/>
          </p:nvSpPr>
          <p:spPr>
            <a:xfrm>
              <a:off x="7912026" y="3028269"/>
              <a:ext cx="256647" cy="256647"/>
            </a:xfrm>
            <a:prstGeom prst="rect">
              <a:avLst/>
            </a:prstGeom>
            <a:solidFill>
              <a:srgbClr val="BBA3C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5E731671-8473-8245-93DF-3BAE0D87BF14}"/>
                </a:ext>
              </a:extLst>
            </p:cNvPr>
            <p:cNvSpPr/>
            <p:nvPr/>
          </p:nvSpPr>
          <p:spPr>
            <a:xfrm>
              <a:off x="8168672" y="3028269"/>
              <a:ext cx="256647" cy="256647"/>
            </a:xfrm>
            <a:prstGeom prst="rect">
              <a:avLst/>
            </a:prstGeom>
            <a:solidFill>
              <a:srgbClr val="CCBAD9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17" name="Rectangle 216">
              <a:extLst>
                <a:ext uri="{FF2B5EF4-FFF2-40B4-BE49-F238E27FC236}">
                  <a16:creationId xmlns:a16="http://schemas.microsoft.com/office/drawing/2014/main" id="{19E38643-B5E8-9F4C-B408-44F9A54D062E}"/>
                </a:ext>
              </a:extLst>
            </p:cNvPr>
            <p:cNvSpPr/>
            <p:nvPr/>
          </p:nvSpPr>
          <p:spPr>
            <a:xfrm>
              <a:off x="6887472" y="3284148"/>
              <a:ext cx="256647" cy="25664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0000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C4F752D6-FFE9-6247-921D-0328B8F1220A}"/>
                </a:ext>
              </a:extLst>
            </p:cNvPr>
            <p:cNvSpPr/>
            <p:nvPr/>
          </p:nvSpPr>
          <p:spPr>
            <a:xfrm>
              <a:off x="7144119" y="3284148"/>
              <a:ext cx="256647" cy="25664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0000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FE05F9B4-E446-A64F-A84D-DE092888F87E}"/>
                </a:ext>
              </a:extLst>
            </p:cNvPr>
            <p:cNvSpPr/>
            <p:nvPr/>
          </p:nvSpPr>
          <p:spPr>
            <a:xfrm>
              <a:off x="6887472" y="3540400"/>
              <a:ext cx="256647" cy="25664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0000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20" name="Rectangle 219">
              <a:extLst>
                <a:ext uri="{FF2B5EF4-FFF2-40B4-BE49-F238E27FC236}">
                  <a16:creationId xmlns:a16="http://schemas.microsoft.com/office/drawing/2014/main" id="{1E0DD0E1-D759-4F48-A269-F03A54611077}"/>
                </a:ext>
              </a:extLst>
            </p:cNvPr>
            <p:cNvSpPr/>
            <p:nvPr/>
          </p:nvSpPr>
          <p:spPr>
            <a:xfrm>
              <a:off x="7144119" y="3540400"/>
              <a:ext cx="256647" cy="25664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0000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21" name="Rectangle 220">
              <a:extLst>
                <a:ext uri="{FF2B5EF4-FFF2-40B4-BE49-F238E27FC236}">
                  <a16:creationId xmlns:a16="http://schemas.microsoft.com/office/drawing/2014/main" id="{A3A8919A-78D0-0C4A-9C7D-1E01F4F7021B}"/>
                </a:ext>
              </a:extLst>
            </p:cNvPr>
            <p:cNvSpPr/>
            <p:nvPr/>
          </p:nvSpPr>
          <p:spPr>
            <a:xfrm>
              <a:off x="6887472" y="3796652"/>
              <a:ext cx="256647" cy="25664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0000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CAEDC6BA-42AE-F94D-B669-3E11EDF92C7A}"/>
                </a:ext>
              </a:extLst>
            </p:cNvPr>
            <p:cNvSpPr/>
            <p:nvPr/>
          </p:nvSpPr>
          <p:spPr>
            <a:xfrm>
              <a:off x="7144119" y="3796652"/>
              <a:ext cx="256647" cy="25664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0000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23" name="Rectangle 222">
              <a:extLst>
                <a:ext uri="{FF2B5EF4-FFF2-40B4-BE49-F238E27FC236}">
                  <a16:creationId xmlns:a16="http://schemas.microsoft.com/office/drawing/2014/main" id="{3BEE3FCE-78BC-574E-BAFC-6E965348F573}"/>
                </a:ext>
              </a:extLst>
            </p:cNvPr>
            <p:cNvSpPr/>
            <p:nvPr/>
          </p:nvSpPr>
          <p:spPr>
            <a:xfrm>
              <a:off x="8425318" y="4830293"/>
              <a:ext cx="256647" cy="256647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462DFD03-4844-C445-8722-AE31F8F31EF3}"/>
                </a:ext>
              </a:extLst>
            </p:cNvPr>
            <p:cNvSpPr/>
            <p:nvPr/>
          </p:nvSpPr>
          <p:spPr>
            <a:xfrm>
              <a:off x="8425318" y="3028269"/>
              <a:ext cx="256647" cy="256647"/>
            </a:xfrm>
            <a:prstGeom prst="rect">
              <a:avLst/>
            </a:prstGeom>
            <a:solidFill>
              <a:srgbClr val="BBA3CD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26" name="Rectangle 225">
              <a:extLst>
                <a:ext uri="{FF2B5EF4-FFF2-40B4-BE49-F238E27FC236}">
                  <a16:creationId xmlns:a16="http://schemas.microsoft.com/office/drawing/2014/main" id="{DBCF3EFA-7F1B-7242-9C26-051D49B315BC}"/>
                </a:ext>
              </a:extLst>
            </p:cNvPr>
            <p:cNvSpPr/>
            <p:nvPr/>
          </p:nvSpPr>
          <p:spPr>
            <a:xfrm rot="10800000">
              <a:off x="8681966" y="4568022"/>
              <a:ext cx="256647" cy="25664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27" name="Rectangle 226">
              <a:extLst>
                <a:ext uri="{FF2B5EF4-FFF2-40B4-BE49-F238E27FC236}">
                  <a16:creationId xmlns:a16="http://schemas.microsoft.com/office/drawing/2014/main" id="{0F4CAF77-0D2F-D04A-AF32-F3610BB3322D}"/>
                </a:ext>
              </a:extLst>
            </p:cNvPr>
            <p:cNvSpPr/>
            <p:nvPr/>
          </p:nvSpPr>
          <p:spPr>
            <a:xfrm rot="10800000">
              <a:off x="8425319" y="4568022"/>
              <a:ext cx="256647" cy="25664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F5A9D3D6-C321-AB47-8DBB-9937DF2431C0}"/>
                </a:ext>
              </a:extLst>
            </p:cNvPr>
            <p:cNvSpPr/>
            <p:nvPr/>
          </p:nvSpPr>
          <p:spPr>
            <a:xfrm rot="10800000">
              <a:off x="8168674" y="4568022"/>
              <a:ext cx="256647" cy="25664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249EF684-FD82-9442-855E-7CDAAE9EC819}"/>
                </a:ext>
              </a:extLst>
            </p:cNvPr>
            <p:cNvSpPr/>
            <p:nvPr/>
          </p:nvSpPr>
          <p:spPr>
            <a:xfrm rot="10800000">
              <a:off x="7912027" y="4568022"/>
              <a:ext cx="256647" cy="25664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30" name="Rectangle 229">
              <a:extLst>
                <a:ext uri="{FF2B5EF4-FFF2-40B4-BE49-F238E27FC236}">
                  <a16:creationId xmlns:a16="http://schemas.microsoft.com/office/drawing/2014/main" id="{FC8FDA41-E3E3-5946-9BC8-6C0E13C89D59}"/>
                </a:ext>
              </a:extLst>
            </p:cNvPr>
            <p:cNvSpPr/>
            <p:nvPr/>
          </p:nvSpPr>
          <p:spPr>
            <a:xfrm rot="10800000">
              <a:off x="7655380" y="4568022"/>
              <a:ext cx="256647" cy="25664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20C9971F-07A4-2B4D-82CE-1A15E8F61ACA}"/>
                </a:ext>
              </a:extLst>
            </p:cNvPr>
            <p:cNvSpPr/>
            <p:nvPr/>
          </p:nvSpPr>
          <p:spPr>
            <a:xfrm rot="10800000">
              <a:off x="7398735" y="4568022"/>
              <a:ext cx="256647" cy="25664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32" name="Rectangle 231">
              <a:extLst>
                <a:ext uri="{FF2B5EF4-FFF2-40B4-BE49-F238E27FC236}">
                  <a16:creationId xmlns:a16="http://schemas.microsoft.com/office/drawing/2014/main" id="{582958F1-3401-7D4F-B0D4-4B310537B34F}"/>
                </a:ext>
              </a:extLst>
            </p:cNvPr>
            <p:cNvSpPr/>
            <p:nvPr/>
          </p:nvSpPr>
          <p:spPr>
            <a:xfrm rot="10800000">
              <a:off x="7144120" y="4565409"/>
              <a:ext cx="256647" cy="25664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FC9D6D7C-430C-DC45-825B-FBCEC7204AF9}"/>
                </a:ext>
              </a:extLst>
            </p:cNvPr>
            <p:cNvSpPr/>
            <p:nvPr/>
          </p:nvSpPr>
          <p:spPr>
            <a:xfrm rot="10800000">
              <a:off x="6887474" y="4565409"/>
              <a:ext cx="256647" cy="25664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34" name="Rectangle 233">
              <a:extLst>
                <a:ext uri="{FF2B5EF4-FFF2-40B4-BE49-F238E27FC236}">
                  <a16:creationId xmlns:a16="http://schemas.microsoft.com/office/drawing/2014/main" id="{C5864638-81D4-8B4C-B3B0-02D58B858C3B}"/>
                </a:ext>
              </a:extLst>
            </p:cNvPr>
            <p:cNvSpPr/>
            <p:nvPr/>
          </p:nvSpPr>
          <p:spPr>
            <a:xfrm rot="10800000">
              <a:off x="8425318" y="3798145"/>
              <a:ext cx="256647" cy="25664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0000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35" name="Rectangle 234">
              <a:extLst>
                <a:ext uri="{FF2B5EF4-FFF2-40B4-BE49-F238E27FC236}">
                  <a16:creationId xmlns:a16="http://schemas.microsoft.com/office/drawing/2014/main" id="{72B091DB-26FA-CD49-90AF-0446971B0EAF}"/>
                </a:ext>
              </a:extLst>
            </p:cNvPr>
            <p:cNvSpPr/>
            <p:nvPr/>
          </p:nvSpPr>
          <p:spPr>
            <a:xfrm rot="10800000">
              <a:off x="8168672" y="3798145"/>
              <a:ext cx="256647" cy="25664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0000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8D6455FF-F4E9-3244-ACC3-8C173D1DE93D}"/>
                </a:ext>
              </a:extLst>
            </p:cNvPr>
            <p:cNvSpPr/>
            <p:nvPr/>
          </p:nvSpPr>
          <p:spPr>
            <a:xfrm rot="10800000">
              <a:off x="7912026" y="3798145"/>
              <a:ext cx="256647" cy="25664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0000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E717F6AF-2EC1-A948-AB3B-3B54BC509B37}"/>
                </a:ext>
              </a:extLst>
            </p:cNvPr>
            <p:cNvSpPr/>
            <p:nvPr/>
          </p:nvSpPr>
          <p:spPr>
            <a:xfrm rot="10800000">
              <a:off x="7655379" y="3798145"/>
              <a:ext cx="256647" cy="25664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0000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38" name="Rectangle 237">
              <a:extLst>
                <a:ext uri="{FF2B5EF4-FFF2-40B4-BE49-F238E27FC236}">
                  <a16:creationId xmlns:a16="http://schemas.microsoft.com/office/drawing/2014/main" id="{C24B0FB0-3312-7942-897D-C4713E8B33AC}"/>
                </a:ext>
              </a:extLst>
            </p:cNvPr>
            <p:cNvSpPr/>
            <p:nvPr/>
          </p:nvSpPr>
          <p:spPr>
            <a:xfrm rot="10800000">
              <a:off x="7398734" y="3798145"/>
              <a:ext cx="256647" cy="25664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0000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39" name="Rectangle 238">
              <a:extLst>
                <a:ext uri="{FF2B5EF4-FFF2-40B4-BE49-F238E27FC236}">
                  <a16:creationId xmlns:a16="http://schemas.microsoft.com/office/drawing/2014/main" id="{9CF0201C-BCE1-144A-A278-579721D1CF24}"/>
                </a:ext>
              </a:extLst>
            </p:cNvPr>
            <p:cNvSpPr/>
            <p:nvPr/>
          </p:nvSpPr>
          <p:spPr>
            <a:xfrm rot="10800000">
              <a:off x="8425318" y="3541520"/>
              <a:ext cx="256647" cy="25664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0000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E6A0DBA6-AEBE-8245-962D-0C86C538A706}"/>
                </a:ext>
              </a:extLst>
            </p:cNvPr>
            <p:cNvSpPr/>
            <p:nvPr/>
          </p:nvSpPr>
          <p:spPr>
            <a:xfrm rot="10800000">
              <a:off x="8168672" y="3541520"/>
              <a:ext cx="256647" cy="25664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0000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41" name="Rectangle 240">
              <a:extLst>
                <a:ext uri="{FF2B5EF4-FFF2-40B4-BE49-F238E27FC236}">
                  <a16:creationId xmlns:a16="http://schemas.microsoft.com/office/drawing/2014/main" id="{71A6FAE0-8082-6647-9826-BC37F5D4775C}"/>
                </a:ext>
              </a:extLst>
            </p:cNvPr>
            <p:cNvSpPr/>
            <p:nvPr/>
          </p:nvSpPr>
          <p:spPr>
            <a:xfrm rot="10800000">
              <a:off x="7912026" y="3541520"/>
              <a:ext cx="256647" cy="25664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0000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42" name="Rectangle 241">
              <a:extLst>
                <a:ext uri="{FF2B5EF4-FFF2-40B4-BE49-F238E27FC236}">
                  <a16:creationId xmlns:a16="http://schemas.microsoft.com/office/drawing/2014/main" id="{C64F5F99-72A2-384D-B7DF-0168F50F0D03}"/>
                </a:ext>
              </a:extLst>
            </p:cNvPr>
            <p:cNvSpPr/>
            <p:nvPr/>
          </p:nvSpPr>
          <p:spPr>
            <a:xfrm rot="10800000">
              <a:off x="7655379" y="3541520"/>
              <a:ext cx="256647" cy="25664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0000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43" name="Rectangle 242">
              <a:extLst>
                <a:ext uri="{FF2B5EF4-FFF2-40B4-BE49-F238E27FC236}">
                  <a16:creationId xmlns:a16="http://schemas.microsoft.com/office/drawing/2014/main" id="{ADB00048-2E68-F044-90FE-CA867BF01086}"/>
                </a:ext>
              </a:extLst>
            </p:cNvPr>
            <p:cNvSpPr/>
            <p:nvPr/>
          </p:nvSpPr>
          <p:spPr>
            <a:xfrm rot="10800000">
              <a:off x="7398734" y="3541520"/>
              <a:ext cx="256647" cy="25664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0000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5F342682-9E4D-FA4B-A1CA-77321AA784C0}"/>
                </a:ext>
              </a:extLst>
            </p:cNvPr>
            <p:cNvSpPr/>
            <p:nvPr/>
          </p:nvSpPr>
          <p:spPr>
            <a:xfrm rot="10800000">
              <a:off x="8425318" y="3284894"/>
              <a:ext cx="256647" cy="25664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0000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45" name="Rectangle 244">
              <a:extLst>
                <a:ext uri="{FF2B5EF4-FFF2-40B4-BE49-F238E27FC236}">
                  <a16:creationId xmlns:a16="http://schemas.microsoft.com/office/drawing/2014/main" id="{09550D2D-A3CD-6D40-8F7E-F9C1922167B6}"/>
                </a:ext>
              </a:extLst>
            </p:cNvPr>
            <p:cNvSpPr/>
            <p:nvPr/>
          </p:nvSpPr>
          <p:spPr>
            <a:xfrm rot="10800000">
              <a:off x="8168672" y="3284894"/>
              <a:ext cx="256647" cy="25664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0000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46" name="Rectangle 245">
              <a:extLst>
                <a:ext uri="{FF2B5EF4-FFF2-40B4-BE49-F238E27FC236}">
                  <a16:creationId xmlns:a16="http://schemas.microsoft.com/office/drawing/2014/main" id="{62A4EDBB-F837-EA4A-9E70-6878591D9D6B}"/>
                </a:ext>
              </a:extLst>
            </p:cNvPr>
            <p:cNvSpPr/>
            <p:nvPr/>
          </p:nvSpPr>
          <p:spPr>
            <a:xfrm rot="10800000">
              <a:off x="7912026" y="3284894"/>
              <a:ext cx="256647" cy="25664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0000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47" name="Rectangle 246">
              <a:extLst>
                <a:ext uri="{FF2B5EF4-FFF2-40B4-BE49-F238E27FC236}">
                  <a16:creationId xmlns:a16="http://schemas.microsoft.com/office/drawing/2014/main" id="{0088AC75-4378-0149-A631-55131F977572}"/>
                </a:ext>
              </a:extLst>
            </p:cNvPr>
            <p:cNvSpPr/>
            <p:nvPr/>
          </p:nvSpPr>
          <p:spPr>
            <a:xfrm rot="10800000">
              <a:off x="7655379" y="3284894"/>
              <a:ext cx="256647" cy="25664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0000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48" name="Rectangle 247">
              <a:extLst>
                <a:ext uri="{FF2B5EF4-FFF2-40B4-BE49-F238E27FC236}">
                  <a16:creationId xmlns:a16="http://schemas.microsoft.com/office/drawing/2014/main" id="{1FB439FD-23C8-8046-963F-A7559D79CE31}"/>
                </a:ext>
              </a:extLst>
            </p:cNvPr>
            <p:cNvSpPr/>
            <p:nvPr/>
          </p:nvSpPr>
          <p:spPr>
            <a:xfrm rot="10800000">
              <a:off x="7398734" y="3284894"/>
              <a:ext cx="256647" cy="25664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0000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85"/>
              <a:endParaRPr lang="en-US" sz="2400">
                <a:solidFill>
                  <a:srgbClr val="FFFFFF"/>
                </a:solidFill>
                <a:latin typeface="Calibri"/>
              </a:endParaRPr>
            </a:p>
          </p:txBody>
        </p:sp>
      </p:grpSp>
      <p:cxnSp>
        <p:nvCxnSpPr>
          <p:cNvPr id="257" name="Straight Arrow Connector 256">
            <a:extLst>
              <a:ext uri="{FF2B5EF4-FFF2-40B4-BE49-F238E27FC236}">
                <a16:creationId xmlns:a16="http://schemas.microsoft.com/office/drawing/2014/main" id="{09D84283-3519-B748-B0ED-DCBA6735A3F5}"/>
              </a:ext>
            </a:extLst>
          </p:cNvPr>
          <p:cNvCxnSpPr/>
          <p:nvPr/>
        </p:nvCxnSpPr>
        <p:spPr>
          <a:xfrm>
            <a:off x="6887690" y="3045618"/>
            <a:ext cx="974943" cy="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TextBox 257">
            <a:extLst>
              <a:ext uri="{FF2B5EF4-FFF2-40B4-BE49-F238E27FC236}">
                <a16:creationId xmlns:a16="http://schemas.microsoft.com/office/drawing/2014/main" id="{B2F56024-5B80-4847-B7C4-BF4E22C90464}"/>
              </a:ext>
            </a:extLst>
          </p:cNvPr>
          <p:cNvSpPr txBox="1"/>
          <p:nvPr/>
        </p:nvSpPr>
        <p:spPr>
          <a:xfrm>
            <a:off x="7798854" y="2841269"/>
            <a:ext cx="245580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09585"/>
            <a:r>
              <a:rPr lang="en-US" sz="1867" b="1">
                <a:solidFill>
                  <a:srgbClr val="001C3D"/>
                </a:solidFill>
                <a:latin typeface="Calibri"/>
              </a:rPr>
              <a:t>j</a:t>
            </a:r>
          </a:p>
        </p:txBody>
      </p:sp>
      <p:cxnSp>
        <p:nvCxnSpPr>
          <p:cNvPr id="259" name="Straight Arrow Connector 258">
            <a:extLst>
              <a:ext uri="{FF2B5EF4-FFF2-40B4-BE49-F238E27FC236}">
                <a16:creationId xmlns:a16="http://schemas.microsoft.com/office/drawing/2014/main" id="{5CB56B27-4381-DF44-B868-4AAA80266995}"/>
              </a:ext>
            </a:extLst>
          </p:cNvPr>
          <p:cNvCxnSpPr>
            <a:cxnSpLocks/>
          </p:cNvCxnSpPr>
          <p:nvPr/>
        </p:nvCxnSpPr>
        <p:spPr>
          <a:xfrm rot="5400000" flipV="1">
            <a:off x="6239875" y="3721292"/>
            <a:ext cx="974943" cy="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0" name="TextBox 259">
            <a:extLst>
              <a:ext uri="{FF2B5EF4-FFF2-40B4-BE49-F238E27FC236}">
                <a16:creationId xmlns:a16="http://schemas.microsoft.com/office/drawing/2014/main" id="{21189F3B-9D14-534D-BA64-BA0B096F0295}"/>
              </a:ext>
            </a:extLst>
          </p:cNvPr>
          <p:cNvSpPr txBox="1"/>
          <p:nvPr/>
        </p:nvSpPr>
        <p:spPr>
          <a:xfrm rot="16200000">
            <a:off x="6586810" y="4142671"/>
            <a:ext cx="243978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09585"/>
            <a:r>
              <a:rPr lang="en-US" sz="1867" b="1">
                <a:solidFill>
                  <a:srgbClr val="001C3D"/>
                </a:solidFill>
                <a:latin typeface="Calibri"/>
              </a:rPr>
              <a:t>i</a:t>
            </a:r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8DA52B04-501C-9D48-97F5-86C513FE6527}"/>
              </a:ext>
            </a:extLst>
          </p:cNvPr>
          <p:cNvSpPr/>
          <p:nvPr/>
        </p:nvSpPr>
        <p:spPr>
          <a:xfrm>
            <a:off x="9140958" y="3136517"/>
            <a:ext cx="300588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lang="en-US" sz="1600">
                <a:solidFill>
                  <a:srgbClr val="001C3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Stride in i-direction is 4 bytes</a:t>
            </a:r>
          </a:p>
          <a:p>
            <a:pPr defTabSz="609585"/>
            <a:r>
              <a:rPr lang="en-US" sz="1600">
                <a:solidFill>
                  <a:srgbClr val="001C3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Stride in j-direction is 4 x </a:t>
            </a:r>
            <a:r>
              <a:rPr lang="en-US" sz="1467">
                <a:solidFill>
                  <a:srgbClr val="001C3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nx</a:t>
            </a:r>
            <a:r>
              <a:rPr lang="en-US" sz="1600">
                <a:solidFill>
                  <a:srgbClr val="001C3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bytes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79FEA1-85E6-EEE6-E60C-8FC36370DDE8}"/>
              </a:ext>
            </a:extLst>
          </p:cNvPr>
          <p:cNvSpPr txBox="1"/>
          <p:nvPr/>
        </p:nvSpPr>
        <p:spPr>
          <a:xfrm>
            <a:off x="6850514" y="3220925"/>
            <a:ext cx="32893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1,1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8E4629-DA49-C5CC-C5BE-60800CC5DFA8}"/>
              </a:ext>
            </a:extLst>
          </p:cNvPr>
          <p:cNvSpPr txBox="1"/>
          <p:nvPr/>
        </p:nvSpPr>
        <p:spPr>
          <a:xfrm>
            <a:off x="6850514" y="3466458"/>
            <a:ext cx="32893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2,1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CF56F1-A708-811B-45C4-EECF47D452BA}"/>
              </a:ext>
            </a:extLst>
          </p:cNvPr>
          <p:cNvSpPr txBox="1"/>
          <p:nvPr/>
        </p:nvSpPr>
        <p:spPr>
          <a:xfrm>
            <a:off x="6850514" y="3728924"/>
            <a:ext cx="32893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3,1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11767D-07E5-F09F-31E7-4EB7D40E4E07}"/>
              </a:ext>
            </a:extLst>
          </p:cNvPr>
          <p:cNvSpPr txBox="1"/>
          <p:nvPr/>
        </p:nvSpPr>
        <p:spPr>
          <a:xfrm>
            <a:off x="6825113" y="4998924"/>
            <a:ext cx="38183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nx,1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DE9DC9-D818-AC1A-02D3-BDB03931E6A6}"/>
              </a:ext>
            </a:extLst>
          </p:cNvPr>
          <p:cNvSpPr txBox="1"/>
          <p:nvPr/>
        </p:nvSpPr>
        <p:spPr>
          <a:xfrm>
            <a:off x="7112981" y="3220925"/>
            <a:ext cx="32893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1,2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640FA8-2C83-73B8-0FE8-B1EF7B790A30}"/>
              </a:ext>
            </a:extLst>
          </p:cNvPr>
          <p:cNvSpPr txBox="1"/>
          <p:nvPr/>
        </p:nvSpPr>
        <p:spPr>
          <a:xfrm>
            <a:off x="7366981" y="3220925"/>
            <a:ext cx="32893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1,3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FA5534-A65D-1AFD-4A8D-86C46AFD6276}"/>
              </a:ext>
            </a:extLst>
          </p:cNvPr>
          <p:cNvSpPr txBox="1"/>
          <p:nvPr/>
        </p:nvSpPr>
        <p:spPr>
          <a:xfrm>
            <a:off x="8628513" y="3220925"/>
            <a:ext cx="38504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1,ny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CB7782-8716-C984-E5A6-B036B03A091A}"/>
              </a:ext>
            </a:extLst>
          </p:cNvPr>
          <p:cNvSpPr txBox="1"/>
          <p:nvPr/>
        </p:nvSpPr>
        <p:spPr>
          <a:xfrm>
            <a:off x="7663316" y="3220925"/>
            <a:ext cx="27122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…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EFDD4F8-74B2-CBBE-BA17-F30733F2EBB5}"/>
              </a:ext>
            </a:extLst>
          </p:cNvPr>
          <p:cNvSpPr txBox="1"/>
          <p:nvPr/>
        </p:nvSpPr>
        <p:spPr>
          <a:xfrm>
            <a:off x="6867445" y="3997738"/>
            <a:ext cx="27122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2A49076-B6F0-8A70-8B11-C5E271D6DE76}"/>
              </a:ext>
            </a:extLst>
          </p:cNvPr>
          <p:cNvSpPr txBox="1"/>
          <p:nvPr/>
        </p:nvSpPr>
        <p:spPr>
          <a:xfrm>
            <a:off x="7968116" y="3525725"/>
            <a:ext cx="27122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986241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aastricht University">
  <a:themeElements>
    <a:clrScheme name="UM">
      <a:dk1>
        <a:srgbClr val="001C3D"/>
      </a:dk1>
      <a:lt1>
        <a:srgbClr val="FFFFFF"/>
      </a:lt1>
      <a:dk2>
        <a:srgbClr val="00A2DB"/>
      </a:dk2>
      <a:lt2>
        <a:srgbClr val="FFFFFF"/>
      </a:lt2>
      <a:accent1>
        <a:srgbClr val="E84E10"/>
      </a:accent1>
      <a:accent2>
        <a:srgbClr val="00A2DB"/>
      </a:accent2>
      <a:accent3>
        <a:srgbClr val="001C3D"/>
      </a:accent3>
      <a:accent4>
        <a:srgbClr val="F3A687"/>
      </a:accent4>
      <a:accent5>
        <a:srgbClr val="7FD0ED"/>
      </a:accent5>
      <a:accent6>
        <a:srgbClr val="7F8D9E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131</Words>
  <Application>Microsoft Macintosh PowerPoint</Application>
  <PresentationFormat>Custom</PresentationFormat>
  <Paragraphs>41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Courier New</vt:lpstr>
      <vt:lpstr>Lucida Grande</vt:lpstr>
      <vt:lpstr>Monaco</vt:lpstr>
      <vt:lpstr>Maastricht University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is data stored in memory?</dc:title>
  <dc:creator>Oli Fuhrer</dc:creator>
  <cp:lastModifiedBy>Oliver Fuhrer</cp:lastModifiedBy>
  <cp:revision>3</cp:revision>
  <dcterms:created xsi:type="dcterms:W3CDTF">2020-06-07T12:08:22Z</dcterms:created>
  <dcterms:modified xsi:type="dcterms:W3CDTF">2026-06-23T07:57:25Z</dcterms:modified>
</cp:coreProperties>
</file>